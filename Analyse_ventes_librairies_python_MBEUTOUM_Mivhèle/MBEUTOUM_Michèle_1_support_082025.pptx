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4221" r:id="rId1"/>
  </p:sldMasterIdLst>
  <p:notesMasterIdLst>
    <p:notesMasterId r:id="rId20"/>
  </p:notesMasterIdLst>
  <p:sldIdLst>
    <p:sldId id="256" r:id="rId2"/>
    <p:sldId id="257" r:id="rId3"/>
    <p:sldId id="285" r:id="rId4"/>
    <p:sldId id="264" r:id="rId5"/>
    <p:sldId id="265" r:id="rId6"/>
    <p:sldId id="266" r:id="rId7"/>
    <p:sldId id="258" r:id="rId8"/>
    <p:sldId id="277" r:id="rId9"/>
    <p:sldId id="278" r:id="rId10"/>
    <p:sldId id="279" r:id="rId11"/>
    <p:sldId id="280" r:id="rId12"/>
    <p:sldId id="260" r:id="rId13"/>
    <p:sldId id="270" r:id="rId14"/>
    <p:sldId id="281" r:id="rId15"/>
    <p:sldId id="282" r:id="rId16"/>
    <p:sldId id="283" r:id="rId17"/>
    <p:sldId id="284" r:id="rId18"/>
    <p:sldId id="271" r:id="rId19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21"/>
      <p:bold r:id="rId22"/>
      <p:italic r:id="rId23"/>
      <p:boldItalic r:id="rId24"/>
    </p:embeddedFont>
    <p:embeddedFont>
      <p:font typeface="Consolas" panose="020B0609020204030204" pitchFamily="49" charset="0"/>
      <p:regular r:id="rId25"/>
      <p:bold r:id="rId26"/>
      <p:italic r:id="rId27"/>
      <p:boldItalic r:id="rId28"/>
    </p:embeddedFont>
    <p:embeddedFont>
      <p:font typeface="Helvetica 75 Bold" panose="020B0804020202020204" pitchFamily="34" charset="0"/>
      <p:bold r:id="rId29"/>
    </p:embeddedFont>
    <p:embeddedFont>
      <p:font typeface="Montserrat" panose="00000500000000000000" pitchFamily="2" charset="0"/>
      <p:regular r:id="rId30"/>
      <p:bold r:id="rId31"/>
      <p:italic r:id="rId32"/>
      <p:boldItalic r:id="rId3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77">
          <p15:clr>
            <a:srgbClr val="A4A3A4"/>
          </p15:clr>
        </p15:guide>
        <p15:guide id="2" pos="2721">
          <p15:clr>
            <a:srgbClr val="A4A3A4"/>
          </p15:clr>
        </p15:guide>
        <p15:guide id="3" pos="2438">
          <p15:clr>
            <a:srgbClr val="9AA0A6"/>
          </p15:clr>
        </p15:guide>
        <p15:guide id="4" pos="416">
          <p15:clr>
            <a:srgbClr val="9AA0A6"/>
          </p15:clr>
        </p15:guide>
        <p15:guide id="5" pos="1191">
          <p15:clr>
            <a:srgbClr val="9AA0A6"/>
          </p15:clr>
        </p15:guide>
        <p15:guide id="6" pos="638">
          <p15:clr>
            <a:srgbClr val="9AA0A6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4" roundtripDataSignature="AMtx7miohyEog1akfKJRRdWquyApPmpA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C911D"/>
    <a:srgbClr val="004D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F6B9B1-EB31-4D6D-B7D3-10BC8788F61C}" v="48" dt="2025-08-22T12:04:24.0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077"/>
        <p:guide pos="2721"/>
        <p:guide pos="2438"/>
        <p:guide pos="416"/>
        <p:guide pos="1191"/>
        <p:guide pos="6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microsoft.com/office/2016/11/relationships/changesInfo" Target="changesInfos/changesInfo1.xml"/><Relationship Id="rId21" Type="http://schemas.openxmlformats.org/officeDocument/2006/relationships/font" Target="fonts/font1.fntdata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BEUTOUM NYA Michele Christine DO/DOIDF" userId="233c9d46-0c97-4eec-92a6-1ba42ff59991" providerId="ADAL" clId="{E07CB5F3-138E-416A-92D3-BB9DE66EFFCC}"/>
    <pc:docChg chg="undo custSel addSld delSld modSld sldOrd modMainMaster">
      <pc:chgData name="MBEUTOUM NYA Michele Christine DO/DOIDF" userId="233c9d46-0c97-4eec-92a6-1ba42ff59991" providerId="ADAL" clId="{E07CB5F3-138E-416A-92D3-BB9DE66EFFCC}" dt="2025-06-06T07:55:34.879" v="6656"/>
      <pc:docMkLst>
        <pc:docMk/>
      </pc:docMkLst>
      <pc:sldChg chg="addSp delSp modSp mod">
        <pc:chgData name="MBEUTOUM NYA Michele Christine DO/DOIDF" userId="233c9d46-0c97-4eec-92a6-1ba42ff59991" providerId="ADAL" clId="{E07CB5F3-138E-416A-92D3-BB9DE66EFFCC}" dt="2025-05-23T13:38:16.689" v="6416" actId="1036"/>
        <pc:sldMkLst>
          <pc:docMk/>
          <pc:sldMk cId="0" sldId="256"/>
        </pc:sldMkLst>
        <pc:spChg chg="add mod">
          <ac:chgData name="MBEUTOUM NYA Michele Christine DO/DOIDF" userId="233c9d46-0c97-4eec-92a6-1ba42ff59991" providerId="ADAL" clId="{E07CB5F3-138E-416A-92D3-BB9DE66EFFCC}" dt="2025-05-23T13:33:53.079" v="6387" actId="1076"/>
          <ac:spMkLst>
            <pc:docMk/>
            <pc:sldMk cId="0" sldId="256"/>
            <ac:spMk id="4" creationId="{B0A1F843-4DD5-17F8-41EE-2253F3D5FCF8}"/>
          </ac:spMkLst>
        </pc:spChg>
        <pc:spChg chg="mod ord">
          <ac:chgData name="MBEUTOUM NYA Michele Christine DO/DOIDF" userId="233c9d46-0c97-4eec-92a6-1ba42ff59991" providerId="ADAL" clId="{E07CB5F3-138E-416A-92D3-BB9DE66EFFCC}" dt="2025-05-23T13:38:16.689" v="6416" actId="1036"/>
          <ac:spMkLst>
            <pc:docMk/>
            <pc:sldMk cId="0" sldId="256"/>
            <ac:spMk id="54" creationId="{00000000-0000-0000-0000-000000000000}"/>
          </ac:spMkLst>
        </pc:spChg>
        <pc:spChg chg="del mod">
          <ac:chgData name="MBEUTOUM NYA Michele Christine DO/DOIDF" userId="233c9d46-0c97-4eec-92a6-1ba42ff59991" providerId="ADAL" clId="{E07CB5F3-138E-416A-92D3-BB9DE66EFFCC}" dt="2025-05-23T13:17:32.292" v="6315" actId="478"/>
          <ac:spMkLst>
            <pc:docMk/>
            <pc:sldMk cId="0" sldId="256"/>
            <ac:spMk id="55" creationId="{00000000-0000-0000-0000-000000000000}"/>
          </ac:spMkLst>
        </pc:spChg>
        <pc:spChg chg="mod">
          <ac:chgData name="MBEUTOUM NYA Michele Christine DO/DOIDF" userId="233c9d46-0c97-4eec-92a6-1ba42ff59991" providerId="ADAL" clId="{E07CB5F3-138E-416A-92D3-BB9DE66EFFCC}" dt="2025-05-22T07:08:37.839" v="173" actId="27636"/>
          <ac:spMkLst>
            <pc:docMk/>
            <pc:sldMk cId="0" sldId="256"/>
            <ac:spMk id="56" creationId="{00000000-0000-0000-0000-000000000000}"/>
          </ac:spMkLst>
        </pc:spChg>
        <pc:spChg chg="mod">
          <ac:chgData name="MBEUTOUM NYA Michele Christine DO/DOIDF" userId="233c9d46-0c97-4eec-92a6-1ba42ff59991" providerId="ADAL" clId="{E07CB5F3-138E-416A-92D3-BB9DE66EFFCC}" dt="2025-05-22T07:08:41.664" v="176" actId="27636"/>
          <ac:spMkLst>
            <pc:docMk/>
            <pc:sldMk cId="0" sldId="256"/>
            <ac:spMk id="57" creationId="{00000000-0000-0000-0000-000000000000}"/>
          </ac:spMkLst>
        </pc:spChg>
        <pc:spChg chg="mod">
          <ac:chgData name="MBEUTOUM NYA Michele Christine DO/DOIDF" userId="233c9d46-0c97-4eec-92a6-1ba42ff59991" providerId="ADAL" clId="{E07CB5F3-138E-416A-92D3-BB9DE66EFFCC}" dt="2025-05-23T13:34:54.849" v="6414" actId="27636"/>
          <ac:spMkLst>
            <pc:docMk/>
            <pc:sldMk cId="0" sldId="256"/>
            <ac:spMk id="58" creationId="{00000000-0000-0000-0000-000000000000}"/>
          </ac:spMkLst>
        </pc:spChg>
        <pc:picChg chg="add del mod ord">
          <ac:chgData name="MBEUTOUM NYA Michele Christine DO/DOIDF" userId="233c9d46-0c97-4eec-92a6-1ba42ff59991" providerId="ADAL" clId="{E07CB5F3-138E-416A-92D3-BB9DE66EFFCC}" dt="2025-05-23T13:29:18.051" v="6369" actId="478"/>
          <ac:picMkLst>
            <pc:docMk/>
            <pc:sldMk cId="0" sldId="256"/>
            <ac:picMk id="3" creationId="{B5CE03B2-08BA-B3FA-B535-BDD801CDDEA7}"/>
          </ac:picMkLst>
        </pc:picChg>
        <pc:picChg chg="add del mod">
          <ac:chgData name="MBEUTOUM NYA Michele Christine DO/DOIDF" userId="233c9d46-0c97-4eec-92a6-1ba42ff59991" providerId="ADAL" clId="{E07CB5F3-138E-416A-92D3-BB9DE66EFFCC}" dt="2025-05-23T13:30:44.432" v="6373" actId="478"/>
          <ac:picMkLst>
            <pc:docMk/>
            <pc:sldMk cId="0" sldId="256"/>
            <ac:picMk id="6" creationId="{AC6E2089-67B3-4586-4B5C-959458DC5333}"/>
          </ac:picMkLst>
        </pc:picChg>
        <pc:picChg chg="add mod">
          <ac:chgData name="MBEUTOUM NYA Michele Christine DO/DOIDF" userId="233c9d46-0c97-4eec-92a6-1ba42ff59991" providerId="ADAL" clId="{E07CB5F3-138E-416A-92D3-BB9DE66EFFCC}" dt="2025-05-23T13:33:42.805" v="6385" actId="1076"/>
          <ac:picMkLst>
            <pc:docMk/>
            <pc:sldMk cId="0" sldId="256"/>
            <ac:picMk id="8" creationId="{F1189B73-00A7-2752-6E6F-4B0605F9EC34}"/>
          </ac:picMkLst>
        </pc:picChg>
      </pc:sldChg>
      <pc:sldChg chg="modSp mod">
        <pc:chgData name="MBEUTOUM NYA Michele Christine DO/DOIDF" userId="233c9d46-0c97-4eec-92a6-1ba42ff59991" providerId="ADAL" clId="{E07CB5F3-138E-416A-92D3-BB9DE66EFFCC}" dt="2025-05-23T13:56:17.346" v="6551" actId="14100"/>
        <pc:sldMkLst>
          <pc:docMk/>
          <pc:sldMk cId="0" sldId="257"/>
        </pc:sldMkLst>
        <pc:spChg chg="mod">
          <ac:chgData name="MBEUTOUM NYA Michele Christine DO/DOIDF" userId="233c9d46-0c97-4eec-92a6-1ba42ff59991" providerId="ADAL" clId="{E07CB5F3-138E-416A-92D3-BB9DE66EFFCC}" dt="2025-05-23T13:48:38.509" v="6509" actId="313"/>
          <ac:spMkLst>
            <pc:docMk/>
            <pc:sldMk cId="0" sldId="257"/>
            <ac:spMk id="63" creationId="{00000000-0000-0000-0000-000000000000}"/>
          </ac:spMkLst>
        </pc:spChg>
        <pc:spChg chg="mod">
          <ac:chgData name="MBEUTOUM NYA Michele Christine DO/DOIDF" userId="233c9d46-0c97-4eec-92a6-1ba42ff59991" providerId="ADAL" clId="{E07CB5F3-138E-416A-92D3-BB9DE66EFFCC}" dt="2025-05-23T13:56:17.346" v="6551" actId="14100"/>
          <ac:spMkLst>
            <pc:docMk/>
            <pc:sldMk cId="0" sldId="257"/>
            <ac:spMk id="65" creationId="{00000000-0000-0000-0000-000000000000}"/>
          </ac:spMkLst>
        </pc:spChg>
      </pc:sldChg>
      <pc:sldChg chg="modSp mod">
        <pc:chgData name="MBEUTOUM NYA Michele Christine DO/DOIDF" userId="233c9d46-0c97-4eec-92a6-1ba42ff59991" providerId="ADAL" clId="{E07CB5F3-138E-416A-92D3-BB9DE66EFFCC}" dt="2025-05-23T13:49:35.148" v="6527" actId="2"/>
        <pc:sldMkLst>
          <pc:docMk/>
          <pc:sldMk cId="0" sldId="258"/>
        </pc:sldMkLst>
        <pc:spChg chg="mod">
          <ac:chgData name="MBEUTOUM NYA Michele Christine DO/DOIDF" userId="233c9d46-0c97-4eec-92a6-1ba42ff59991" providerId="ADAL" clId="{E07CB5F3-138E-416A-92D3-BB9DE66EFFCC}" dt="2025-05-23T13:49:35.148" v="6527" actId="2"/>
          <ac:spMkLst>
            <pc:docMk/>
            <pc:sldMk cId="0" sldId="258"/>
            <ac:spMk id="71" creationId="{00000000-0000-0000-0000-000000000000}"/>
          </ac:spMkLst>
        </pc:spChg>
      </pc:sldChg>
      <pc:sldChg chg="del">
        <pc:chgData name="MBEUTOUM NYA Michele Christine DO/DOIDF" userId="233c9d46-0c97-4eec-92a6-1ba42ff59991" providerId="ADAL" clId="{E07CB5F3-138E-416A-92D3-BB9DE66EFFCC}" dt="2025-05-23T12:58:44.802" v="6261" actId="47"/>
        <pc:sldMkLst>
          <pc:docMk/>
          <pc:sldMk cId="0" sldId="259"/>
        </pc:sldMkLst>
      </pc:sldChg>
      <pc:sldChg chg="addSp delSp modSp mod">
        <pc:chgData name="MBEUTOUM NYA Michele Christine DO/DOIDF" userId="233c9d46-0c97-4eec-92a6-1ba42ff59991" providerId="ADAL" clId="{E07CB5F3-138E-416A-92D3-BB9DE66EFFCC}" dt="2025-05-23T14:00:27.455" v="6557" actId="1076"/>
        <pc:sldMkLst>
          <pc:docMk/>
          <pc:sldMk cId="0" sldId="260"/>
        </pc:sldMkLst>
        <pc:spChg chg="add mod">
          <ac:chgData name="MBEUTOUM NYA Michele Christine DO/DOIDF" userId="233c9d46-0c97-4eec-92a6-1ba42ff59991" providerId="ADAL" clId="{E07CB5F3-138E-416A-92D3-BB9DE66EFFCC}" dt="2025-05-23T13:41:06.844" v="6481" actId="1076"/>
          <ac:spMkLst>
            <pc:docMk/>
            <pc:sldMk cId="0" sldId="260"/>
            <ac:spMk id="6" creationId="{FC97EC46-EEA3-DBD1-11FD-BD48CAB7EEA8}"/>
          </ac:spMkLst>
        </pc:spChg>
        <pc:spChg chg="add mod">
          <ac:chgData name="MBEUTOUM NYA Michele Christine DO/DOIDF" userId="233c9d46-0c97-4eec-92a6-1ba42ff59991" providerId="ADAL" clId="{E07CB5F3-138E-416A-92D3-BB9DE66EFFCC}" dt="2025-05-23T13:41:15.346" v="6485" actId="20577"/>
          <ac:spMkLst>
            <pc:docMk/>
            <pc:sldMk cId="0" sldId="260"/>
            <ac:spMk id="9" creationId="{6B2857D8-81B6-9EA3-CA77-C981688806AA}"/>
          </ac:spMkLst>
        </pc:spChg>
        <pc:spChg chg="del">
          <ac:chgData name="MBEUTOUM NYA Michele Christine DO/DOIDF" userId="233c9d46-0c97-4eec-92a6-1ba42ff59991" providerId="ADAL" clId="{E07CB5F3-138E-416A-92D3-BB9DE66EFFCC}" dt="2025-05-22T09:07:08.528" v="2836" actId="478"/>
          <ac:spMkLst>
            <pc:docMk/>
            <pc:sldMk cId="0" sldId="260"/>
            <ac:spMk id="88" creationId="{00000000-0000-0000-0000-000000000000}"/>
          </ac:spMkLst>
        </pc:spChg>
        <pc:spChg chg="mod">
          <ac:chgData name="MBEUTOUM NYA Michele Christine DO/DOIDF" userId="233c9d46-0c97-4eec-92a6-1ba42ff59991" providerId="ADAL" clId="{E07CB5F3-138E-416A-92D3-BB9DE66EFFCC}" dt="2025-05-23T13:40:29.742" v="6475" actId="115"/>
          <ac:spMkLst>
            <pc:docMk/>
            <pc:sldMk cId="0" sldId="260"/>
            <ac:spMk id="90" creationId="{00000000-0000-0000-0000-000000000000}"/>
          </ac:spMkLst>
        </pc:spChg>
        <pc:picChg chg="add del mod">
          <ac:chgData name="MBEUTOUM NYA Michele Christine DO/DOIDF" userId="233c9d46-0c97-4eec-92a6-1ba42ff59991" providerId="ADAL" clId="{E07CB5F3-138E-416A-92D3-BB9DE66EFFCC}" dt="2025-05-22T09:01:04.563" v="2626" actId="22"/>
          <ac:picMkLst>
            <pc:docMk/>
            <pc:sldMk cId="0" sldId="260"/>
            <ac:picMk id="3" creationId="{B4B6910D-DD17-28D0-8172-9585EECEDD84}"/>
          </ac:picMkLst>
        </pc:picChg>
        <pc:picChg chg="add del mod">
          <ac:chgData name="MBEUTOUM NYA Michele Christine DO/DOIDF" userId="233c9d46-0c97-4eec-92a6-1ba42ff59991" providerId="ADAL" clId="{E07CB5F3-138E-416A-92D3-BB9DE66EFFCC}" dt="2025-05-22T09:04:42.846" v="2825" actId="478"/>
          <ac:picMkLst>
            <pc:docMk/>
            <pc:sldMk cId="0" sldId="260"/>
            <ac:picMk id="5" creationId="{46E4DFC8-71A2-418A-3ACA-65857CB5799C}"/>
          </ac:picMkLst>
        </pc:picChg>
        <pc:picChg chg="add mod">
          <ac:chgData name="MBEUTOUM NYA Michele Christine DO/DOIDF" userId="233c9d46-0c97-4eec-92a6-1ba42ff59991" providerId="ADAL" clId="{E07CB5F3-138E-416A-92D3-BB9DE66EFFCC}" dt="2025-05-23T14:00:27.455" v="6557" actId="1076"/>
          <ac:picMkLst>
            <pc:docMk/>
            <pc:sldMk cId="0" sldId="260"/>
            <ac:picMk id="8" creationId="{6A28FC44-8620-B047-426C-5FA342DEC743}"/>
          </ac:picMkLst>
        </pc:picChg>
      </pc:sldChg>
      <pc:sldChg chg="addSp delSp modSp mod ord">
        <pc:chgData name="MBEUTOUM NYA Michele Christine DO/DOIDF" userId="233c9d46-0c97-4eec-92a6-1ba42ff59991" providerId="ADAL" clId="{E07CB5F3-138E-416A-92D3-BB9DE66EFFCC}" dt="2025-05-23T14:01:00.283" v="6563"/>
        <pc:sldMkLst>
          <pc:docMk/>
          <pc:sldMk cId="0" sldId="261"/>
        </pc:sldMkLst>
        <pc:spChg chg="mod">
          <ac:chgData name="MBEUTOUM NYA Michele Christine DO/DOIDF" userId="233c9d46-0c97-4eec-92a6-1ba42ff59991" providerId="ADAL" clId="{E07CB5F3-138E-416A-92D3-BB9DE66EFFCC}" dt="2025-05-23T09:39:53.661" v="4076" actId="20577"/>
          <ac:spMkLst>
            <pc:docMk/>
            <pc:sldMk cId="0" sldId="261"/>
            <ac:spMk id="96" creationId="{00000000-0000-0000-0000-000000000000}"/>
          </ac:spMkLst>
        </pc:spChg>
        <pc:spChg chg="mod">
          <ac:chgData name="MBEUTOUM NYA Michele Christine DO/DOIDF" userId="233c9d46-0c97-4eec-92a6-1ba42ff59991" providerId="ADAL" clId="{E07CB5F3-138E-416A-92D3-BB9DE66EFFCC}" dt="2025-05-23T09:46:03.152" v="4408" actId="20577"/>
          <ac:spMkLst>
            <pc:docMk/>
            <pc:sldMk cId="0" sldId="261"/>
            <ac:spMk id="98" creationId="{00000000-0000-0000-0000-000000000000}"/>
          </ac:spMkLst>
        </pc:spChg>
        <pc:picChg chg="add del mod">
          <ac:chgData name="MBEUTOUM NYA Michele Christine DO/DOIDF" userId="233c9d46-0c97-4eec-92a6-1ba42ff59991" providerId="ADAL" clId="{E07CB5F3-138E-416A-92D3-BB9DE66EFFCC}" dt="2025-05-23T09:40:06.297" v="4078" actId="478"/>
          <ac:picMkLst>
            <pc:docMk/>
            <pc:sldMk cId="0" sldId="261"/>
            <ac:picMk id="3" creationId="{0AF63C44-B7D4-00BA-D733-2EEF5C796AE8}"/>
          </ac:picMkLst>
        </pc:picChg>
        <pc:picChg chg="add mod">
          <ac:chgData name="MBEUTOUM NYA Michele Christine DO/DOIDF" userId="233c9d46-0c97-4eec-92a6-1ba42ff59991" providerId="ADAL" clId="{E07CB5F3-138E-416A-92D3-BB9DE66EFFCC}" dt="2025-05-23T09:43:37.826" v="4250" actId="1076"/>
          <ac:picMkLst>
            <pc:docMk/>
            <pc:sldMk cId="0" sldId="261"/>
            <ac:picMk id="5" creationId="{8565892C-50A7-B9C3-E136-522F53F2419B}"/>
          </ac:picMkLst>
        </pc:picChg>
      </pc:sldChg>
      <pc:sldChg chg="modSp mod">
        <pc:chgData name="MBEUTOUM NYA Michele Christine DO/DOIDF" userId="233c9d46-0c97-4eec-92a6-1ba42ff59991" providerId="ADAL" clId="{E07CB5F3-138E-416A-92D3-BB9DE66EFFCC}" dt="2025-05-30T10:45:07.494" v="6645" actId="20577"/>
        <pc:sldMkLst>
          <pc:docMk/>
          <pc:sldMk cId="0" sldId="262"/>
        </pc:sldMkLst>
        <pc:spChg chg="mod">
          <ac:chgData name="MBEUTOUM NYA Michele Christine DO/DOIDF" userId="233c9d46-0c97-4eec-92a6-1ba42ff59991" providerId="ADAL" clId="{E07CB5F3-138E-416A-92D3-BB9DE66EFFCC}" dt="2025-05-23T10:59:59.532" v="5180" actId="122"/>
          <ac:spMkLst>
            <pc:docMk/>
            <pc:sldMk cId="0" sldId="262"/>
            <ac:spMk id="104" creationId="{00000000-0000-0000-0000-000000000000}"/>
          </ac:spMkLst>
        </pc:spChg>
        <pc:spChg chg="mod">
          <ac:chgData name="MBEUTOUM NYA Michele Christine DO/DOIDF" userId="233c9d46-0c97-4eec-92a6-1ba42ff59991" providerId="ADAL" clId="{E07CB5F3-138E-416A-92D3-BB9DE66EFFCC}" dt="2025-05-30T10:45:07.494" v="6645" actId="20577"/>
          <ac:spMkLst>
            <pc:docMk/>
            <pc:sldMk cId="0" sldId="262"/>
            <ac:spMk id="106" creationId="{00000000-0000-0000-0000-000000000000}"/>
          </ac:spMkLst>
        </pc:spChg>
      </pc:sldChg>
      <pc:sldChg chg="add del">
        <pc:chgData name="MBEUTOUM NYA Michele Christine DO/DOIDF" userId="233c9d46-0c97-4eec-92a6-1ba42ff59991" providerId="ADAL" clId="{E07CB5F3-138E-416A-92D3-BB9DE66EFFCC}" dt="2025-05-23T12:58:37.704" v="6259" actId="47"/>
        <pc:sldMkLst>
          <pc:docMk/>
          <pc:sldMk cId="2052344172" sldId="263"/>
        </pc:sldMkLst>
      </pc:sldChg>
      <pc:sldChg chg="modSp add mod">
        <pc:chgData name="MBEUTOUM NYA Michele Christine DO/DOIDF" userId="233c9d46-0c97-4eec-92a6-1ba42ff59991" providerId="ADAL" clId="{E07CB5F3-138E-416A-92D3-BB9DE66EFFCC}" dt="2025-05-23T13:49:03.933" v="6517" actId="2"/>
        <pc:sldMkLst>
          <pc:docMk/>
          <pc:sldMk cId="1558566261" sldId="264"/>
        </pc:sldMkLst>
        <pc:spChg chg="mod">
          <ac:chgData name="MBEUTOUM NYA Michele Christine DO/DOIDF" userId="233c9d46-0c97-4eec-92a6-1ba42ff59991" providerId="ADAL" clId="{E07CB5F3-138E-416A-92D3-BB9DE66EFFCC}" dt="2025-05-23T13:49:03.933" v="6517" actId="2"/>
          <ac:spMkLst>
            <pc:docMk/>
            <pc:sldMk cId="1558566261" sldId="264"/>
            <ac:spMk id="63" creationId="{00000000-0000-0000-0000-000000000000}"/>
          </ac:spMkLst>
        </pc:spChg>
        <pc:spChg chg="mod">
          <ac:chgData name="MBEUTOUM NYA Michele Christine DO/DOIDF" userId="233c9d46-0c97-4eec-92a6-1ba42ff59991" providerId="ADAL" clId="{E07CB5F3-138E-416A-92D3-BB9DE66EFFCC}" dt="2025-05-22T07:34:14.196" v="953" actId="20577"/>
          <ac:spMkLst>
            <pc:docMk/>
            <pc:sldMk cId="1558566261" sldId="264"/>
            <ac:spMk id="65" creationId="{00000000-0000-0000-0000-000000000000}"/>
          </ac:spMkLst>
        </pc:spChg>
      </pc:sldChg>
      <pc:sldChg chg="modSp add mod">
        <pc:chgData name="MBEUTOUM NYA Michele Christine DO/DOIDF" userId="233c9d46-0c97-4eec-92a6-1ba42ff59991" providerId="ADAL" clId="{E07CB5F3-138E-416A-92D3-BB9DE66EFFCC}" dt="2025-05-23T13:57:04.444" v="6555" actId="1076"/>
        <pc:sldMkLst>
          <pc:docMk/>
          <pc:sldMk cId="1028906059" sldId="265"/>
        </pc:sldMkLst>
        <pc:spChg chg="mod">
          <ac:chgData name="MBEUTOUM NYA Michele Christine DO/DOIDF" userId="233c9d46-0c97-4eec-92a6-1ba42ff59991" providerId="ADAL" clId="{E07CB5F3-138E-416A-92D3-BB9DE66EFFCC}" dt="2025-05-23T13:57:04.444" v="6555" actId="1076"/>
          <ac:spMkLst>
            <pc:docMk/>
            <pc:sldMk cId="1028906059" sldId="265"/>
            <ac:spMk id="63" creationId="{00000000-0000-0000-0000-000000000000}"/>
          </ac:spMkLst>
        </pc:spChg>
      </pc:sldChg>
      <pc:sldChg chg="modSp add mod">
        <pc:chgData name="MBEUTOUM NYA Michele Christine DO/DOIDF" userId="233c9d46-0c97-4eec-92a6-1ba42ff59991" providerId="ADAL" clId="{E07CB5F3-138E-416A-92D3-BB9DE66EFFCC}" dt="2025-05-23T13:57:43.141" v="6556" actId="255"/>
        <pc:sldMkLst>
          <pc:docMk/>
          <pc:sldMk cId="3736681078" sldId="266"/>
        </pc:sldMkLst>
        <pc:spChg chg="mod">
          <ac:chgData name="MBEUTOUM NYA Michele Christine DO/DOIDF" userId="233c9d46-0c97-4eec-92a6-1ba42ff59991" providerId="ADAL" clId="{E07CB5F3-138E-416A-92D3-BB9DE66EFFCC}" dt="2025-05-23T13:57:43.141" v="6556" actId="255"/>
          <ac:spMkLst>
            <pc:docMk/>
            <pc:sldMk cId="3736681078" sldId="266"/>
            <ac:spMk id="63" creationId="{00000000-0000-0000-0000-000000000000}"/>
          </ac:spMkLst>
        </pc:spChg>
      </pc:sldChg>
      <pc:sldChg chg="add del">
        <pc:chgData name="MBEUTOUM NYA Michele Christine DO/DOIDF" userId="233c9d46-0c97-4eec-92a6-1ba42ff59991" providerId="ADAL" clId="{E07CB5F3-138E-416A-92D3-BB9DE66EFFCC}" dt="2025-05-23T12:58:42.428" v="6260" actId="47"/>
        <pc:sldMkLst>
          <pc:docMk/>
          <pc:sldMk cId="3244251913" sldId="267"/>
        </pc:sldMkLst>
      </pc:sldChg>
      <pc:sldChg chg="modSp add mod">
        <pc:chgData name="MBEUTOUM NYA Michele Christine DO/DOIDF" userId="233c9d46-0c97-4eec-92a6-1ba42ff59991" providerId="ADAL" clId="{E07CB5F3-138E-416A-92D3-BB9DE66EFFCC}" dt="2025-05-23T13:49:56.209" v="6536" actId="2"/>
        <pc:sldMkLst>
          <pc:docMk/>
          <pc:sldMk cId="3889357741" sldId="268"/>
        </pc:sldMkLst>
        <pc:spChg chg="mod">
          <ac:chgData name="MBEUTOUM NYA Michele Christine DO/DOIDF" userId="233c9d46-0c97-4eec-92a6-1ba42ff59991" providerId="ADAL" clId="{E07CB5F3-138E-416A-92D3-BB9DE66EFFCC}" dt="2025-05-23T13:49:56.209" v="6536" actId="2"/>
          <ac:spMkLst>
            <pc:docMk/>
            <pc:sldMk cId="3889357741" sldId="268"/>
            <ac:spMk id="71" creationId="{00000000-0000-0000-0000-000000000000}"/>
          </ac:spMkLst>
        </pc:spChg>
      </pc:sldChg>
      <pc:sldChg chg="addSp delSp modSp add mod ord">
        <pc:chgData name="MBEUTOUM NYA Michele Christine DO/DOIDF" userId="233c9d46-0c97-4eec-92a6-1ba42ff59991" providerId="ADAL" clId="{E07CB5F3-138E-416A-92D3-BB9DE66EFFCC}" dt="2025-05-23T13:42:54.769" v="6490" actId="1076"/>
        <pc:sldMkLst>
          <pc:docMk/>
          <pc:sldMk cId="3536675690" sldId="269"/>
        </pc:sldMkLst>
        <pc:spChg chg="add mod">
          <ac:chgData name="MBEUTOUM NYA Michele Christine DO/DOIDF" userId="233c9d46-0c97-4eec-92a6-1ba42ff59991" providerId="ADAL" clId="{E07CB5F3-138E-416A-92D3-BB9DE66EFFCC}" dt="2025-05-23T12:54:25.692" v="6232" actId="20577"/>
          <ac:spMkLst>
            <pc:docMk/>
            <pc:sldMk cId="3536675690" sldId="269"/>
            <ac:spMk id="2" creationId="{13A1E5C3-748A-371F-0FED-854F1D5A0876}"/>
          </ac:spMkLst>
        </pc:spChg>
        <pc:spChg chg="add del mod">
          <ac:chgData name="MBEUTOUM NYA Michele Christine DO/DOIDF" userId="233c9d46-0c97-4eec-92a6-1ba42ff59991" providerId="ADAL" clId="{E07CB5F3-138E-416A-92D3-BB9DE66EFFCC}" dt="2025-05-23T08:55:10.528" v="3926"/>
          <ac:spMkLst>
            <pc:docMk/>
            <pc:sldMk cId="3536675690" sldId="269"/>
            <ac:spMk id="5" creationId="{C48789FD-32AC-19D7-63FF-DEAEA5243BCB}"/>
          </ac:spMkLst>
        </pc:spChg>
        <pc:spChg chg="del mod">
          <ac:chgData name="MBEUTOUM NYA Michele Christine DO/DOIDF" userId="233c9d46-0c97-4eec-92a6-1ba42ff59991" providerId="ADAL" clId="{E07CB5F3-138E-416A-92D3-BB9DE66EFFCC}" dt="2025-05-22T09:06:55.162" v="2834" actId="478"/>
          <ac:spMkLst>
            <pc:docMk/>
            <pc:sldMk cId="3536675690" sldId="269"/>
            <ac:spMk id="88" creationId="{00000000-0000-0000-0000-000000000000}"/>
          </ac:spMkLst>
        </pc:spChg>
        <pc:spChg chg="del mod">
          <ac:chgData name="MBEUTOUM NYA Michele Christine DO/DOIDF" userId="233c9d46-0c97-4eec-92a6-1ba42ff59991" providerId="ADAL" clId="{E07CB5F3-138E-416A-92D3-BB9DE66EFFCC}" dt="2025-05-23T13:42:50.790" v="6489" actId="478"/>
          <ac:spMkLst>
            <pc:docMk/>
            <pc:sldMk cId="3536675690" sldId="269"/>
            <ac:spMk id="90" creationId="{00000000-0000-0000-0000-000000000000}"/>
          </ac:spMkLst>
        </pc:spChg>
        <pc:graphicFrameChg chg="add mod">
          <ac:chgData name="MBEUTOUM NYA Michele Christine DO/DOIDF" userId="233c9d46-0c97-4eec-92a6-1ba42ff59991" providerId="ADAL" clId="{E07CB5F3-138E-416A-92D3-BB9DE66EFFCC}" dt="2025-05-23T08:55:09.538" v="3924" actId="1076"/>
          <ac:graphicFrameMkLst>
            <pc:docMk/>
            <pc:sldMk cId="3536675690" sldId="269"/>
            <ac:graphicFrameMk id="6" creationId="{34AC8627-52FE-D255-0DD4-F2E3E81BE88F}"/>
          </ac:graphicFrameMkLst>
        </pc:graphicFrameChg>
        <pc:picChg chg="add mod">
          <ac:chgData name="MBEUTOUM NYA Michele Christine DO/DOIDF" userId="233c9d46-0c97-4eec-92a6-1ba42ff59991" providerId="ADAL" clId="{E07CB5F3-138E-416A-92D3-BB9DE66EFFCC}" dt="2025-05-23T13:42:54.769" v="6490" actId="1076"/>
          <ac:picMkLst>
            <pc:docMk/>
            <pc:sldMk cId="3536675690" sldId="269"/>
            <ac:picMk id="4" creationId="{AEB1A509-F08E-211D-8C87-1EC8661F034B}"/>
          </ac:picMkLst>
        </pc:picChg>
      </pc:sldChg>
      <pc:sldChg chg="modSp add mod ord">
        <pc:chgData name="MBEUTOUM NYA Michele Christine DO/DOIDF" userId="233c9d46-0c97-4eec-92a6-1ba42ff59991" providerId="ADAL" clId="{E07CB5F3-138E-416A-92D3-BB9DE66EFFCC}" dt="2025-06-06T07:55:34.879" v="6656"/>
        <pc:sldMkLst>
          <pc:docMk/>
          <pc:sldMk cId="1156946512" sldId="270"/>
        </pc:sldMkLst>
        <pc:spChg chg="mod">
          <ac:chgData name="MBEUTOUM NYA Michele Christine DO/DOIDF" userId="233c9d46-0c97-4eec-92a6-1ba42ff59991" providerId="ADAL" clId="{E07CB5F3-138E-416A-92D3-BB9DE66EFFCC}" dt="2025-05-22T09:08:58.422" v="2950" actId="20577"/>
          <ac:spMkLst>
            <pc:docMk/>
            <pc:sldMk cId="1156946512" sldId="270"/>
            <ac:spMk id="2" creationId="{13A1E5C3-748A-371F-0FED-854F1D5A0876}"/>
          </ac:spMkLst>
        </pc:spChg>
        <pc:spChg chg="mod">
          <ac:chgData name="MBEUTOUM NYA Michele Christine DO/DOIDF" userId="233c9d46-0c97-4eec-92a6-1ba42ff59991" providerId="ADAL" clId="{E07CB5F3-138E-416A-92D3-BB9DE66EFFCC}" dt="2025-05-23T13:49:59.036" v="6537" actId="2"/>
          <ac:spMkLst>
            <pc:docMk/>
            <pc:sldMk cId="1156946512" sldId="270"/>
            <ac:spMk id="90" creationId="{00000000-0000-0000-0000-000000000000}"/>
          </ac:spMkLst>
        </pc:spChg>
      </pc:sldChg>
      <pc:sldChg chg="modSp add mod ord">
        <pc:chgData name="MBEUTOUM NYA Michele Christine DO/DOIDF" userId="233c9d46-0c97-4eec-92a6-1ba42ff59991" providerId="ADAL" clId="{E07CB5F3-138E-416A-92D3-BB9DE66EFFCC}" dt="2025-06-06T07:55:23.975" v="6652"/>
        <pc:sldMkLst>
          <pc:docMk/>
          <pc:sldMk cId="1257127072" sldId="271"/>
        </pc:sldMkLst>
        <pc:spChg chg="mod">
          <ac:chgData name="MBEUTOUM NYA Michele Christine DO/DOIDF" userId="233c9d46-0c97-4eec-92a6-1ba42ff59991" providerId="ADAL" clId="{E07CB5F3-138E-416A-92D3-BB9DE66EFFCC}" dt="2025-05-23T13:50:37.607" v="6538" actId="2"/>
          <ac:spMkLst>
            <pc:docMk/>
            <pc:sldMk cId="1257127072" sldId="271"/>
            <ac:spMk id="90" creationId="{00000000-0000-0000-0000-000000000000}"/>
          </ac:spMkLst>
        </pc:spChg>
      </pc:sldChg>
      <pc:sldChg chg="add del">
        <pc:chgData name="MBEUTOUM NYA Michele Christine DO/DOIDF" userId="233c9d46-0c97-4eec-92a6-1ba42ff59991" providerId="ADAL" clId="{E07CB5F3-138E-416A-92D3-BB9DE66EFFCC}" dt="2025-05-23T12:59:24.305" v="6266" actId="47"/>
        <pc:sldMkLst>
          <pc:docMk/>
          <pc:sldMk cId="3431161008" sldId="272"/>
        </pc:sldMkLst>
      </pc:sldChg>
      <pc:sldChg chg="addSp delSp modSp add mod ord">
        <pc:chgData name="MBEUTOUM NYA Michele Christine DO/DOIDF" userId="233c9d46-0c97-4eec-92a6-1ba42ff59991" providerId="ADAL" clId="{E07CB5F3-138E-416A-92D3-BB9DE66EFFCC}" dt="2025-05-30T10:43:17.871" v="6581" actId="20577"/>
        <pc:sldMkLst>
          <pc:docMk/>
          <pc:sldMk cId="3965923026" sldId="273"/>
        </pc:sldMkLst>
        <pc:spChg chg="mod">
          <ac:chgData name="MBEUTOUM NYA Michele Christine DO/DOIDF" userId="233c9d46-0c97-4eec-92a6-1ba42ff59991" providerId="ADAL" clId="{E07CB5F3-138E-416A-92D3-BB9DE66EFFCC}" dt="2025-05-23T13:43:38.066" v="6498" actId="1076"/>
          <ac:spMkLst>
            <pc:docMk/>
            <pc:sldMk cId="3965923026" sldId="273"/>
            <ac:spMk id="90" creationId="{00000000-0000-0000-0000-000000000000}"/>
          </ac:spMkLst>
        </pc:spChg>
        <pc:graphicFrameChg chg="add mod modGraphic">
          <ac:chgData name="MBEUTOUM NYA Michele Christine DO/DOIDF" userId="233c9d46-0c97-4eec-92a6-1ba42ff59991" providerId="ADAL" clId="{E07CB5F3-138E-416A-92D3-BB9DE66EFFCC}" dt="2025-05-30T10:43:17.871" v="6581" actId="20577"/>
          <ac:graphicFrameMkLst>
            <pc:docMk/>
            <pc:sldMk cId="3965923026" sldId="273"/>
            <ac:graphicFrameMk id="3" creationId="{B5A2C778-AFCC-52DB-228C-73261F130B97}"/>
          </ac:graphicFrameMkLst>
        </pc:graphicFrameChg>
        <pc:picChg chg="del">
          <ac:chgData name="MBEUTOUM NYA Michele Christine DO/DOIDF" userId="233c9d46-0c97-4eec-92a6-1ba42ff59991" providerId="ADAL" clId="{E07CB5F3-138E-416A-92D3-BB9DE66EFFCC}" dt="2025-05-23T08:55:42.637" v="3931" actId="478"/>
          <ac:picMkLst>
            <pc:docMk/>
            <pc:sldMk cId="3965923026" sldId="273"/>
            <ac:picMk id="4" creationId="{AEB1A509-F08E-211D-8C87-1EC8661F034B}"/>
          </ac:picMkLst>
        </pc:picChg>
      </pc:sldChg>
      <pc:sldChg chg="addSp delSp modSp add mod ord">
        <pc:chgData name="MBEUTOUM NYA Michele Christine DO/DOIDF" userId="233c9d46-0c97-4eec-92a6-1ba42ff59991" providerId="ADAL" clId="{E07CB5F3-138E-416A-92D3-BB9DE66EFFCC}" dt="2025-05-30T14:21:45.313" v="6650" actId="1076"/>
        <pc:sldMkLst>
          <pc:docMk/>
          <pc:sldMk cId="2031908079" sldId="274"/>
        </pc:sldMkLst>
        <pc:spChg chg="add mod">
          <ac:chgData name="MBEUTOUM NYA Michele Christine DO/DOIDF" userId="233c9d46-0c97-4eec-92a6-1ba42ff59991" providerId="ADAL" clId="{E07CB5F3-138E-416A-92D3-BB9DE66EFFCC}" dt="2025-05-23T12:53:30.867" v="6214" actId="20577"/>
          <ac:spMkLst>
            <pc:docMk/>
            <pc:sldMk cId="2031908079" sldId="274"/>
            <ac:spMk id="2" creationId="{6B0B1932-8E9F-EFF4-86CE-39F2DF26EA7D}"/>
          </ac:spMkLst>
        </pc:spChg>
        <pc:spChg chg="mod">
          <ac:chgData name="MBEUTOUM NYA Michele Christine DO/DOIDF" userId="233c9d46-0c97-4eec-92a6-1ba42ff59991" providerId="ADAL" clId="{E07CB5F3-138E-416A-92D3-BB9DE66EFFCC}" dt="2025-05-23T09:46:27.269" v="4449" actId="14100"/>
          <ac:spMkLst>
            <pc:docMk/>
            <pc:sldMk cId="2031908079" sldId="274"/>
            <ac:spMk id="98" creationId="{00000000-0000-0000-0000-000000000000}"/>
          </ac:spMkLst>
        </pc:spChg>
        <pc:picChg chg="del">
          <ac:chgData name="MBEUTOUM NYA Michele Christine DO/DOIDF" userId="233c9d46-0c97-4eec-92a6-1ba42ff59991" providerId="ADAL" clId="{E07CB5F3-138E-416A-92D3-BB9DE66EFFCC}" dt="2025-05-30T14:21:32.809" v="6646" actId="478"/>
          <ac:picMkLst>
            <pc:docMk/>
            <pc:sldMk cId="2031908079" sldId="274"/>
            <ac:picMk id="3" creationId="{0AF63C44-B7D4-00BA-D733-2EEF5C796AE8}"/>
          </ac:picMkLst>
        </pc:picChg>
        <pc:picChg chg="add mod">
          <ac:chgData name="MBEUTOUM NYA Michele Christine DO/DOIDF" userId="233c9d46-0c97-4eec-92a6-1ba42ff59991" providerId="ADAL" clId="{E07CB5F3-138E-416A-92D3-BB9DE66EFFCC}" dt="2025-05-30T14:21:45.313" v="6650" actId="1076"/>
          <ac:picMkLst>
            <pc:docMk/>
            <pc:sldMk cId="2031908079" sldId="274"/>
            <ac:picMk id="5" creationId="{8923D6C3-24AB-F0C1-DDAF-2B6427CF4970}"/>
          </ac:picMkLst>
        </pc:picChg>
      </pc:sldChg>
      <pc:sldChg chg="modSp add mod">
        <pc:chgData name="MBEUTOUM NYA Michele Christine DO/DOIDF" userId="233c9d46-0c97-4eec-92a6-1ba42ff59991" providerId="ADAL" clId="{E07CB5F3-138E-416A-92D3-BB9DE66EFFCC}" dt="2025-05-23T13:45:55.424" v="6508" actId="33524"/>
        <pc:sldMkLst>
          <pc:docMk/>
          <pc:sldMk cId="75066453" sldId="275"/>
        </pc:sldMkLst>
        <pc:spChg chg="mod">
          <ac:chgData name="MBEUTOUM NYA Michele Christine DO/DOIDF" userId="233c9d46-0c97-4eec-92a6-1ba42ff59991" providerId="ADAL" clId="{E07CB5F3-138E-416A-92D3-BB9DE66EFFCC}" dt="2025-05-23T12:06:20.938" v="5722" actId="20577"/>
          <ac:spMkLst>
            <pc:docMk/>
            <pc:sldMk cId="75066453" sldId="275"/>
            <ac:spMk id="104" creationId="{00000000-0000-0000-0000-000000000000}"/>
          </ac:spMkLst>
        </pc:spChg>
        <pc:spChg chg="mod">
          <ac:chgData name="MBEUTOUM NYA Michele Christine DO/DOIDF" userId="233c9d46-0c97-4eec-92a6-1ba42ff59991" providerId="ADAL" clId="{E07CB5F3-138E-416A-92D3-BB9DE66EFFCC}" dt="2025-05-23T13:45:55.424" v="6508" actId="33524"/>
          <ac:spMkLst>
            <pc:docMk/>
            <pc:sldMk cId="75066453" sldId="275"/>
            <ac:spMk id="106" creationId="{00000000-0000-0000-0000-000000000000}"/>
          </ac:spMkLst>
        </pc:spChg>
      </pc:sldChg>
      <pc:sldChg chg="modSp add mod ord">
        <pc:chgData name="MBEUTOUM NYA Michele Christine DO/DOIDF" userId="233c9d46-0c97-4eec-92a6-1ba42ff59991" providerId="ADAL" clId="{E07CB5F3-138E-416A-92D3-BB9DE66EFFCC}" dt="2025-05-23T13:52:54.403" v="6549" actId="2"/>
        <pc:sldMkLst>
          <pc:docMk/>
          <pc:sldMk cId="675186152" sldId="276"/>
        </pc:sldMkLst>
        <pc:spChg chg="mod">
          <ac:chgData name="MBEUTOUM NYA Michele Christine DO/DOIDF" userId="233c9d46-0c97-4eec-92a6-1ba42ff59991" providerId="ADAL" clId="{E07CB5F3-138E-416A-92D3-BB9DE66EFFCC}" dt="2025-05-23T13:52:54.403" v="6549" actId="2"/>
          <ac:spMkLst>
            <pc:docMk/>
            <pc:sldMk cId="675186152" sldId="276"/>
            <ac:spMk id="106" creationId="{00000000-0000-0000-0000-000000000000}"/>
          </ac:spMkLst>
        </pc:spChg>
      </pc:sldChg>
      <pc:sldChg chg="add del">
        <pc:chgData name="MBEUTOUM NYA Michele Christine DO/DOIDF" userId="233c9d46-0c97-4eec-92a6-1ba42ff59991" providerId="ADAL" clId="{E07CB5F3-138E-416A-92D3-BB9DE66EFFCC}" dt="2025-05-23T12:58:51.322" v="6262" actId="47"/>
        <pc:sldMkLst>
          <pc:docMk/>
          <pc:sldMk cId="1138730441" sldId="277"/>
        </pc:sldMkLst>
      </pc:sldChg>
      <pc:sldMasterChg chg="addSp">
        <pc:chgData name="MBEUTOUM NYA Michele Christine DO/DOIDF" userId="233c9d46-0c97-4eec-92a6-1ba42ff59991" providerId="ADAL" clId="{E07CB5F3-138E-416A-92D3-BB9DE66EFFCC}" dt="2025-05-23T12:59:48.071" v="6267"/>
        <pc:sldMasterMkLst>
          <pc:docMk/>
          <pc:sldMasterMk cId="846916937" sldId="2147483660"/>
        </pc:sldMasterMkLst>
        <pc:spChg chg="add">
          <ac:chgData name="MBEUTOUM NYA Michele Christine DO/DOIDF" userId="233c9d46-0c97-4eec-92a6-1ba42ff59991" providerId="ADAL" clId="{E07CB5F3-138E-416A-92D3-BB9DE66EFFCC}" dt="2025-05-23T12:59:48.071" v="6267"/>
          <ac:spMkLst>
            <pc:docMk/>
            <pc:sldMasterMk cId="846916937" sldId="2147483660"/>
            <ac:spMk id="8" creationId="{10A8449C-8AA9-E45E-6A74-6212B42E784E}"/>
          </ac:spMkLst>
        </pc:spChg>
      </pc:sldMasterChg>
      <pc:sldMasterChg chg="addSp">
        <pc:chgData name="MBEUTOUM NYA Michele Christine DO/DOIDF" userId="233c9d46-0c97-4eec-92a6-1ba42ff59991" providerId="ADAL" clId="{E07CB5F3-138E-416A-92D3-BB9DE66EFFCC}" dt="2025-05-23T13:00:02.152" v="6268"/>
        <pc:sldMasterMkLst>
          <pc:docMk/>
          <pc:sldMasterMk cId="3024320539" sldId="2147483678"/>
        </pc:sldMasterMkLst>
        <pc:spChg chg="add">
          <ac:chgData name="MBEUTOUM NYA Michele Christine DO/DOIDF" userId="233c9d46-0c97-4eec-92a6-1ba42ff59991" providerId="ADAL" clId="{E07CB5F3-138E-416A-92D3-BB9DE66EFFCC}" dt="2025-05-23T13:00:02.152" v="6268"/>
          <ac:spMkLst>
            <pc:docMk/>
            <pc:sldMasterMk cId="3024320539" sldId="2147483678"/>
            <ac:spMk id="9" creationId="{A5BF0977-CEFF-D66A-6446-38332511D319}"/>
          </ac:spMkLst>
        </pc:spChg>
      </pc:sldMasterChg>
      <pc:sldMasterChg chg="addSp">
        <pc:chgData name="MBEUTOUM NYA Michele Christine DO/DOIDF" userId="233c9d46-0c97-4eec-92a6-1ba42ff59991" providerId="ADAL" clId="{E07CB5F3-138E-416A-92D3-BB9DE66EFFCC}" dt="2025-05-23T13:00:04.642" v="6269"/>
        <pc:sldMasterMkLst>
          <pc:docMk/>
          <pc:sldMasterMk cId="788809603" sldId="2147483691"/>
        </pc:sldMasterMkLst>
        <pc:spChg chg="add">
          <ac:chgData name="MBEUTOUM NYA Michele Christine DO/DOIDF" userId="233c9d46-0c97-4eec-92a6-1ba42ff59991" providerId="ADAL" clId="{E07CB5F3-138E-416A-92D3-BB9DE66EFFCC}" dt="2025-05-23T13:00:04.642" v="6269"/>
          <ac:spMkLst>
            <pc:docMk/>
            <pc:sldMasterMk cId="788809603" sldId="2147483691"/>
            <ac:spMk id="8" creationId="{EF1F661D-ED62-31F4-8B8C-C0F5EF6EECB0}"/>
          </ac:spMkLst>
        </pc:spChg>
      </pc:sldMasterChg>
      <pc:sldMasterChg chg="addSp">
        <pc:chgData name="MBEUTOUM NYA Michele Christine DO/DOIDF" userId="233c9d46-0c97-4eec-92a6-1ba42ff59991" providerId="ADAL" clId="{E07CB5F3-138E-416A-92D3-BB9DE66EFFCC}" dt="2025-05-23T13:00:08.929" v="6270"/>
        <pc:sldMasterMkLst>
          <pc:docMk/>
          <pc:sldMasterMk cId="1185464324" sldId="2147483704"/>
        </pc:sldMasterMkLst>
        <pc:spChg chg="add">
          <ac:chgData name="MBEUTOUM NYA Michele Christine DO/DOIDF" userId="233c9d46-0c97-4eec-92a6-1ba42ff59991" providerId="ADAL" clId="{E07CB5F3-138E-416A-92D3-BB9DE66EFFCC}" dt="2025-05-23T13:00:08.929" v="6270"/>
          <ac:spMkLst>
            <pc:docMk/>
            <pc:sldMasterMk cId="1185464324" sldId="2147483704"/>
            <ac:spMk id="11" creationId="{D2214918-5E0A-F6B4-23DA-A779744F843B}"/>
          </ac:spMkLst>
        </pc:spChg>
      </pc:sldMasterChg>
      <pc:sldMasterChg chg="addSp">
        <pc:chgData name="MBEUTOUM NYA Michele Christine DO/DOIDF" userId="233c9d46-0c97-4eec-92a6-1ba42ff59991" providerId="ADAL" clId="{E07CB5F3-138E-416A-92D3-BB9DE66EFFCC}" dt="2025-05-23T13:00:15.801" v="6271"/>
        <pc:sldMasterMkLst>
          <pc:docMk/>
          <pc:sldMasterMk cId="1601085669" sldId="2147483723"/>
        </pc:sldMasterMkLst>
        <pc:spChg chg="add">
          <ac:chgData name="MBEUTOUM NYA Michele Christine DO/DOIDF" userId="233c9d46-0c97-4eec-92a6-1ba42ff59991" providerId="ADAL" clId="{E07CB5F3-138E-416A-92D3-BB9DE66EFFCC}" dt="2025-05-23T13:00:15.801" v="6271"/>
          <ac:spMkLst>
            <pc:docMk/>
            <pc:sldMasterMk cId="1601085669" sldId="2147483723"/>
            <ac:spMk id="12" creationId="{A322E8DA-C375-6019-94B4-20BF27EDDF9B}"/>
          </ac:spMkLst>
        </pc:spChg>
      </pc:sldMasterChg>
      <pc:sldMasterChg chg="addSp">
        <pc:chgData name="MBEUTOUM NYA Michele Christine DO/DOIDF" userId="233c9d46-0c97-4eec-92a6-1ba42ff59991" providerId="ADAL" clId="{E07CB5F3-138E-416A-92D3-BB9DE66EFFCC}" dt="2025-05-23T13:00:20.560" v="6272"/>
        <pc:sldMasterMkLst>
          <pc:docMk/>
          <pc:sldMasterMk cId="3662960782" sldId="2147483742"/>
        </pc:sldMasterMkLst>
        <pc:spChg chg="add">
          <ac:chgData name="MBEUTOUM NYA Michele Christine DO/DOIDF" userId="233c9d46-0c97-4eec-92a6-1ba42ff59991" providerId="ADAL" clId="{E07CB5F3-138E-416A-92D3-BB9DE66EFFCC}" dt="2025-05-23T13:00:20.560" v="6272"/>
          <ac:spMkLst>
            <pc:docMk/>
            <pc:sldMasterMk cId="3662960782" sldId="2147483742"/>
            <ac:spMk id="12" creationId="{B94A9623-B633-8E96-CAB9-7204685DC1D4}"/>
          </ac:spMkLst>
        </pc:spChg>
      </pc:sldMasterChg>
      <pc:sldMasterChg chg="addSp">
        <pc:chgData name="MBEUTOUM NYA Michele Christine DO/DOIDF" userId="233c9d46-0c97-4eec-92a6-1ba42ff59991" providerId="ADAL" clId="{E07CB5F3-138E-416A-92D3-BB9DE66EFFCC}" dt="2025-05-23T13:00:23.915" v="6273"/>
        <pc:sldMasterMkLst>
          <pc:docMk/>
          <pc:sldMasterMk cId="647545456" sldId="2147483761"/>
        </pc:sldMasterMkLst>
        <pc:spChg chg="add">
          <ac:chgData name="MBEUTOUM NYA Michele Christine DO/DOIDF" userId="233c9d46-0c97-4eec-92a6-1ba42ff59991" providerId="ADAL" clId="{E07CB5F3-138E-416A-92D3-BB9DE66EFFCC}" dt="2025-05-23T13:00:23.915" v="6273"/>
          <ac:spMkLst>
            <pc:docMk/>
            <pc:sldMasterMk cId="647545456" sldId="2147483761"/>
            <ac:spMk id="8" creationId="{CA08A962-E84B-81F3-F7DB-0F69C996D010}"/>
          </ac:spMkLst>
        </pc:spChg>
      </pc:sldMasterChg>
      <pc:sldMasterChg chg="addSp">
        <pc:chgData name="MBEUTOUM NYA Michele Christine DO/DOIDF" userId="233c9d46-0c97-4eec-92a6-1ba42ff59991" providerId="ADAL" clId="{E07CB5F3-138E-416A-92D3-BB9DE66EFFCC}" dt="2025-05-23T13:00:30.897" v="6274"/>
        <pc:sldMasterMkLst>
          <pc:docMk/>
          <pc:sldMasterMk cId="3948544611" sldId="2147483774"/>
        </pc:sldMasterMkLst>
        <pc:spChg chg="add">
          <ac:chgData name="MBEUTOUM NYA Michele Christine DO/DOIDF" userId="233c9d46-0c97-4eec-92a6-1ba42ff59991" providerId="ADAL" clId="{E07CB5F3-138E-416A-92D3-BB9DE66EFFCC}" dt="2025-05-23T13:00:30.897" v="6274"/>
          <ac:spMkLst>
            <pc:docMk/>
            <pc:sldMasterMk cId="3948544611" sldId="2147483774"/>
            <ac:spMk id="8" creationId="{3732F3F0-2BE4-5B66-4AE3-BCD937BD86C0}"/>
          </ac:spMkLst>
        </pc:spChg>
      </pc:sldMasterChg>
      <pc:sldMasterChg chg="addSp">
        <pc:chgData name="MBEUTOUM NYA Michele Christine DO/DOIDF" userId="233c9d46-0c97-4eec-92a6-1ba42ff59991" providerId="ADAL" clId="{E07CB5F3-138E-416A-92D3-BB9DE66EFFCC}" dt="2025-05-23T13:00:38.936" v="6275"/>
        <pc:sldMasterMkLst>
          <pc:docMk/>
          <pc:sldMasterMk cId="3073906181" sldId="2147483793"/>
        </pc:sldMasterMkLst>
        <pc:spChg chg="add">
          <ac:chgData name="MBEUTOUM NYA Michele Christine DO/DOIDF" userId="233c9d46-0c97-4eec-92a6-1ba42ff59991" providerId="ADAL" clId="{E07CB5F3-138E-416A-92D3-BB9DE66EFFCC}" dt="2025-05-23T13:00:38.936" v="6275"/>
          <ac:spMkLst>
            <pc:docMk/>
            <pc:sldMasterMk cId="3073906181" sldId="2147483793"/>
            <ac:spMk id="10" creationId="{322DE72F-52BD-0908-31BE-9DD9CC1D6330}"/>
          </ac:spMkLst>
        </pc:spChg>
      </pc:sldMasterChg>
      <pc:sldMasterChg chg="addSp">
        <pc:chgData name="MBEUTOUM NYA Michele Christine DO/DOIDF" userId="233c9d46-0c97-4eec-92a6-1ba42ff59991" providerId="ADAL" clId="{E07CB5F3-138E-416A-92D3-BB9DE66EFFCC}" dt="2025-05-23T13:00:53.312" v="6276"/>
        <pc:sldMasterMkLst>
          <pc:docMk/>
          <pc:sldMasterMk cId="3747822477" sldId="2147483806"/>
        </pc:sldMasterMkLst>
        <pc:spChg chg="add">
          <ac:chgData name="MBEUTOUM NYA Michele Christine DO/DOIDF" userId="233c9d46-0c97-4eec-92a6-1ba42ff59991" providerId="ADAL" clId="{E07CB5F3-138E-416A-92D3-BB9DE66EFFCC}" dt="2025-05-23T13:00:53.312" v="6276"/>
          <ac:spMkLst>
            <pc:docMk/>
            <pc:sldMasterMk cId="3747822477" sldId="2147483806"/>
            <ac:spMk id="7" creationId="{2775316F-6623-21BC-3DE4-9AF5FA09AE92}"/>
          </ac:spMkLst>
        </pc:spChg>
      </pc:sldMasterChg>
      <pc:sldMasterChg chg="addSp">
        <pc:chgData name="MBEUTOUM NYA Michele Christine DO/DOIDF" userId="233c9d46-0c97-4eec-92a6-1ba42ff59991" providerId="ADAL" clId="{E07CB5F3-138E-416A-92D3-BB9DE66EFFCC}" dt="2025-05-23T13:00:55.800" v="6279"/>
        <pc:sldMasterMkLst>
          <pc:docMk/>
          <pc:sldMasterMk cId="1619834813" sldId="2147483819"/>
        </pc:sldMasterMkLst>
        <pc:spChg chg="add">
          <ac:chgData name="MBEUTOUM NYA Michele Christine DO/DOIDF" userId="233c9d46-0c97-4eec-92a6-1ba42ff59991" providerId="ADAL" clId="{E07CB5F3-138E-416A-92D3-BB9DE66EFFCC}" dt="2025-05-23T13:00:55.800" v="6279"/>
          <ac:spMkLst>
            <pc:docMk/>
            <pc:sldMasterMk cId="1619834813" sldId="2147483819"/>
            <ac:spMk id="8" creationId="{AB83C95B-A5CF-3DC7-F1E5-8F3FF75A697F}"/>
          </ac:spMkLst>
        </pc:spChg>
      </pc:sldMasterChg>
      <pc:sldMasterChg chg="addSp">
        <pc:chgData name="MBEUTOUM NYA Michele Christine DO/DOIDF" userId="233c9d46-0c97-4eec-92a6-1ba42ff59991" providerId="ADAL" clId="{E07CB5F3-138E-416A-92D3-BB9DE66EFFCC}" dt="2025-05-23T13:00:57.624" v="6282"/>
        <pc:sldMasterMkLst>
          <pc:docMk/>
          <pc:sldMasterMk cId="734568096" sldId="2147483837"/>
        </pc:sldMasterMkLst>
        <pc:spChg chg="add">
          <ac:chgData name="MBEUTOUM NYA Michele Christine DO/DOIDF" userId="233c9d46-0c97-4eec-92a6-1ba42ff59991" providerId="ADAL" clId="{E07CB5F3-138E-416A-92D3-BB9DE66EFFCC}" dt="2025-05-23T13:00:57.624" v="6282"/>
          <ac:spMkLst>
            <pc:docMk/>
            <pc:sldMasterMk cId="734568096" sldId="2147483837"/>
            <ac:spMk id="8" creationId="{3B19883B-CB9A-3FFD-3961-9762AAF56F27}"/>
          </ac:spMkLst>
        </pc:spChg>
      </pc:sldMasterChg>
      <pc:sldMasterChg chg="addSp">
        <pc:chgData name="MBEUTOUM NYA Michele Christine DO/DOIDF" userId="233c9d46-0c97-4eec-92a6-1ba42ff59991" providerId="ADAL" clId="{E07CB5F3-138E-416A-92D3-BB9DE66EFFCC}" dt="2025-05-23T13:01:11.197" v="6283"/>
        <pc:sldMasterMkLst>
          <pc:docMk/>
          <pc:sldMasterMk cId="593068369" sldId="2147483855"/>
        </pc:sldMasterMkLst>
        <pc:spChg chg="add">
          <ac:chgData name="MBEUTOUM NYA Michele Christine DO/DOIDF" userId="233c9d46-0c97-4eec-92a6-1ba42ff59991" providerId="ADAL" clId="{E07CB5F3-138E-416A-92D3-BB9DE66EFFCC}" dt="2025-05-23T13:01:11.197" v="6283"/>
          <ac:spMkLst>
            <pc:docMk/>
            <pc:sldMasterMk cId="593068369" sldId="2147483855"/>
            <ac:spMk id="8" creationId="{D3232B29-3DFF-4A68-95A0-92ED657C0F6F}"/>
          </ac:spMkLst>
        </pc:spChg>
      </pc:sldMasterChg>
      <pc:sldMasterChg chg="addSp">
        <pc:chgData name="MBEUTOUM NYA Michele Christine DO/DOIDF" userId="233c9d46-0c97-4eec-92a6-1ba42ff59991" providerId="ADAL" clId="{E07CB5F3-138E-416A-92D3-BB9DE66EFFCC}" dt="2025-05-23T13:01:15.493" v="6284"/>
        <pc:sldMasterMkLst>
          <pc:docMk/>
          <pc:sldMasterMk cId="3787304621" sldId="2147483868"/>
        </pc:sldMasterMkLst>
        <pc:spChg chg="add">
          <ac:chgData name="MBEUTOUM NYA Michele Christine DO/DOIDF" userId="233c9d46-0c97-4eec-92a6-1ba42ff59991" providerId="ADAL" clId="{E07CB5F3-138E-416A-92D3-BB9DE66EFFCC}" dt="2025-05-23T13:01:15.493" v="6284"/>
          <ac:spMkLst>
            <pc:docMk/>
            <pc:sldMasterMk cId="3787304621" sldId="2147483868"/>
            <ac:spMk id="7" creationId="{DC9963B0-2852-28B5-3C77-FDF8C76D56DE}"/>
          </ac:spMkLst>
        </pc:spChg>
      </pc:sldMasterChg>
      <pc:sldMasterChg chg="addSp">
        <pc:chgData name="MBEUTOUM NYA Michele Christine DO/DOIDF" userId="233c9d46-0c97-4eec-92a6-1ba42ff59991" providerId="ADAL" clId="{E07CB5F3-138E-416A-92D3-BB9DE66EFFCC}" dt="2025-05-23T13:01:24.088" v="6285"/>
        <pc:sldMasterMkLst>
          <pc:docMk/>
          <pc:sldMasterMk cId="1532418990" sldId="2147483881"/>
        </pc:sldMasterMkLst>
        <pc:spChg chg="add">
          <ac:chgData name="MBEUTOUM NYA Michele Christine DO/DOIDF" userId="233c9d46-0c97-4eec-92a6-1ba42ff59991" providerId="ADAL" clId="{E07CB5F3-138E-416A-92D3-BB9DE66EFFCC}" dt="2025-05-23T13:01:24.088" v="6285"/>
          <ac:spMkLst>
            <pc:docMk/>
            <pc:sldMasterMk cId="1532418990" sldId="2147483881"/>
            <ac:spMk id="13" creationId="{AE10327D-07AA-2234-2D7E-421C21F759F9}"/>
          </ac:spMkLst>
        </pc:spChg>
      </pc:sldMasterChg>
      <pc:sldMasterChg chg="addSp">
        <pc:chgData name="MBEUTOUM NYA Michele Christine DO/DOIDF" userId="233c9d46-0c97-4eec-92a6-1ba42ff59991" providerId="ADAL" clId="{E07CB5F3-138E-416A-92D3-BB9DE66EFFCC}" dt="2025-05-23T13:01:42.823" v="6286"/>
        <pc:sldMasterMkLst>
          <pc:docMk/>
          <pc:sldMasterMk cId="3304377811" sldId="2147483900"/>
        </pc:sldMasterMkLst>
        <pc:spChg chg="add">
          <ac:chgData name="MBEUTOUM NYA Michele Christine DO/DOIDF" userId="233c9d46-0c97-4eec-92a6-1ba42ff59991" providerId="ADAL" clId="{E07CB5F3-138E-416A-92D3-BB9DE66EFFCC}" dt="2025-05-23T13:01:42.823" v="6286"/>
          <ac:spMkLst>
            <pc:docMk/>
            <pc:sldMasterMk cId="3304377811" sldId="2147483900"/>
            <ac:spMk id="12" creationId="{26E75E70-641A-697E-708D-389881F8DF4B}"/>
          </ac:spMkLst>
        </pc:spChg>
      </pc:sldMasterChg>
      <pc:sldMasterChg chg="addSp">
        <pc:chgData name="MBEUTOUM NYA Michele Christine DO/DOIDF" userId="233c9d46-0c97-4eec-92a6-1ba42ff59991" providerId="ADAL" clId="{E07CB5F3-138E-416A-92D3-BB9DE66EFFCC}" dt="2025-05-23T13:08:24.736" v="6289"/>
        <pc:sldMasterMkLst>
          <pc:docMk/>
          <pc:sldMasterMk cId="2492398318" sldId="2147483919"/>
        </pc:sldMasterMkLst>
        <pc:spChg chg="add">
          <ac:chgData name="MBEUTOUM NYA Michele Christine DO/DOIDF" userId="233c9d46-0c97-4eec-92a6-1ba42ff59991" providerId="ADAL" clId="{E07CB5F3-138E-416A-92D3-BB9DE66EFFCC}" dt="2025-05-23T13:08:24.736" v="6289"/>
          <ac:spMkLst>
            <pc:docMk/>
            <pc:sldMasterMk cId="2492398318" sldId="2147483919"/>
            <ac:spMk id="8" creationId="{5FF6C4D9-138F-80D1-7D54-D2E86E541C78}"/>
          </ac:spMkLst>
        </pc:spChg>
      </pc:sldMasterChg>
      <pc:sldMasterChg chg="addSp">
        <pc:chgData name="MBEUTOUM NYA Michele Christine DO/DOIDF" userId="233c9d46-0c97-4eec-92a6-1ba42ff59991" providerId="ADAL" clId="{E07CB5F3-138E-416A-92D3-BB9DE66EFFCC}" dt="2025-05-23T13:08:26.139" v="6290"/>
        <pc:sldMasterMkLst>
          <pc:docMk/>
          <pc:sldMasterMk cId="1025309609" sldId="2147483937"/>
        </pc:sldMasterMkLst>
        <pc:spChg chg="add">
          <ac:chgData name="MBEUTOUM NYA Michele Christine DO/DOIDF" userId="233c9d46-0c97-4eec-92a6-1ba42ff59991" providerId="ADAL" clId="{E07CB5F3-138E-416A-92D3-BB9DE66EFFCC}" dt="2025-05-23T13:08:26.139" v="6290"/>
          <ac:spMkLst>
            <pc:docMk/>
            <pc:sldMasterMk cId="1025309609" sldId="2147483937"/>
            <ac:spMk id="8" creationId="{94A1A4A6-D158-9203-3109-6C82D50B1E2B}"/>
          </ac:spMkLst>
        </pc:spChg>
      </pc:sldMasterChg>
      <pc:sldMasterChg chg="addSp modSp mod">
        <pc:chgData name="MBEUTOUM NYA Michele Christine DO/DOIDF" userId="233c9d46-0c97-4eec-92a6-1ba42ff59991" providerId="ADAL" clId="{E07CB5F3-138E-416A-92D3-BB9DE66EFFCC}" dt="2025-05-23T13:52:57.607" v="6550" actId="2"/>
        <pc:sldMasterMkLst>
          <pc:docMk/>
          <pc:sldMasterMk cId="795578940" sldId="2147483955"/>
        </pc:sldMasterMkLst>
        <pc:spChg chg="add mod">
          <ac:chgData name="MBEUTOUM NYA Michele Christine DO/DOIDF" userId="233c9d46-0c97-4eec-92a6-1ba42ff59991" providerId="ADAL" clId="{E07CB5F3-138E-416A-92D3-BB9DE66EFFCC}" dt="2025-05-23T13:52:57.607" v="6550" actId="2"/>
          <ac:spMkLst>
            <pc:docMk/>
            <pc:sldMasterMk cId="795578940" sldId="2147483955"/>
            <ac:spMk id="7" creationId="{EFC84A2E-C4B4-85FF-742B-EB5AAD9AC2BA}"/>
          </ac:spMkLst>
        </pc:spChg>
      </pc:sldMasterChg>
    </pc:docChg>
  </pc:docChgLst>
  <pc:docChgLst>
    <pc:chgData name="MBEUTOUM NYA Michele Christine DO/DOIDF" userId="233c9d46-0c97-4eec-92a6-1ba42ff59991" providerId="ADAL" clId="{A0F6B9B1-EB31-4D6D-B7D3-10BC8788F61C}"/>
    <pc:docChg chg="undo custSel addSld delSld modSld sldOrd modMainMaster">
      <pc:chgData name="MBEUTOUM NYA Michele Christine DO/DOIDF" userId="233c9d46-0c97-4eec-92a6-1ba42ff59991" providerId="ADAL" clId="{A0F6B9B1-EB31-4D6D-B7D3-10BC8788F61C}" dt="2025-09-05T15:24:09.156" v="7023" actId="1076"/>
      <pc:docMkLst>
        <pc:docMk/>
      </pc:docMkLst>
      <pc:sldChg chg="addSp delSp modSp mod">
        <pc:chgData name="MBEUTOUM NYA Michele Christine DO/DOIDF" userId="233c9d46-0c97-4eec-92a6-1ba42ff59991" providerId="ADAL" clId="{A0F6B9B1-EB31-4D6D-B7D3-10BC8788F61C}" dt="2025-08-22T11:50:52.990" v="6885" actId="14100"/>
        <pc:sldMkLst>
          <pc:docMk/>
          <pc:sldMk cId="0" sldId="256"/>
        </pc:sldMkLst>
        <pc:spChg chg="mod">
          <ac:chgData name="MBEUTOUM NYA Michele Christine DO/DOIDF" userId="233c9d46-0c97-4eec-92a6-1ba42ff59991" providerId="ADAL" clId="{A0F6B9B1-EB31-4D6D-B7D3-10BC8788F61C}" dt="2025-08-21T14:27:21.603" v="6135" actId="207"/>
          <ac:spMkLst>
            <pc:docMk/>
            <pc:sldMk cId="0" sldId="256"/>
            <ac:spMk id="4" creationId="{B0A1F843-4DD5-17F8-41EE-2253F3D5FCF8}"/>
          </ac:spMkLst>
        </pc:spChg>
        <pc:spChg chg="mod">
          <ac:chgData name="MBEUTOUM NYA Michele Christine DO/DOIDF" userId="233c9d46-0c97-4eec-92a6-1ba42ff59991" providerId="ADAL" clId="{A0F6B9B1-EB31-4D6D-B7D3-10BC8788F61C}" dt="2025-08-22T11:50:10.168" v="6884" actId="207"/>
          <ac:spMkLst>
            <pc:docMk/>
            <pc:sldMk cId="0" sldId="256"/>
            <ac:spMk id="54" creationId="{00000000-0000-0000-0000-000000000000}"/>
          </ac:spMkLst>
        </pc:spChg>
        <pc:spChg chg="mod">
          <ac:chgData name="MBEUTOUM NYA Michele Christine DO/DOIDF" userId="233c9d46-0c97-4eec-92a6-1ba42ff59991" providerId="ADAL" clId="{A0F6B9B1-EB31-4D6D-B7D3-10BC8788F61C}" dt="2025-08-21T07:32:22.074" v="43" actId="20577"/>
          <ac:spMkLst>
            <pc:docMk/>
            <pc:sldMk cId="0" sldId="256"/>
            <ac:spMk id="58" creationId="{00000000-0000-0000-0000-000000000000}"/>
          </ac:spMkLst>
        </pc:spChg>
        <pc:picChg chg="del">
          <ac:chgData name="MBEUTOUM NYA Michele Christine DO/DOIDF" userId="233c9d46-0c97-4eec-92a6-1ba42ff59991" providerId="ADAL" clId="{A0F6B9B1-EB31-4D6D-B7D3-10BC8788F61C}" dt="2025-08-21T07:32:50.434" v="44" actId="478"/>
          <ac:picMkLst>
            <pc:docMk/>
            <pc:sldMk cId="0" sldId="256"/>
            <ac:picMk id="8" creationId="{F1189B73-00A7-2752-6E6F-4B0605F9EC34}"/>
          </ac:picMkLst>
        </pc:picChg>
        <pc:picChg chg="add mod">
          <ac:chgData name="MBEUTOUM NYA Michele Christine DO/DOIDF" userId="233c9d46-0c97-4eec-92a6-1ba42ff59991" providerId="ADAL" clId="{A0F6B9B1-EB31-4D6D-B7D3-10BC8788F61C}" dt="2025-08-22T11:50:52.990" v="6885" actId="14100"/>
          <ac:picMkLst>
            <pc:docMk/>
            <pc:sldMk cId="0" sldId="256"/>
            <ac:picMk id="1026" creationId="{3B98F441-BCC2-4C3C-0682-A61EE30928A7}"/>
          </ac:picMkLst>
        </pc:picChg>
      </pc:sldChg>
      <pc:sldChg chg="modSp mod">
        <pc:chgData name="MBEUTOUM NYA Michele Christine DO/DOIDF" userId="233c9d46-0c97-4eec-92a6-1ba42ff59991" providerId="ADAL" clId="{A0F6B9B1-EB31-4D6D-B7D3-10BC8788F61C}" dt="2025-08-22T11:53:59.837" v="6886" actId="207"/>
        <pc:sldMkLst>
          <pc:docMk/>
          <pc:sldMk cId="0" sldId="257"/>
        </pc:sldMkLst>
        <pc:spChg chg="mod">
          <ac:chgData name="MBEUTOUM NYA Michele Christine DO/DOIDF" userId="233c9d46-0c97-4eec-92a6-1ba42ff59991" providerId="ADAL" clId="{A0F6B9B1-EB31-4D6D-B7D3-10BC8788F61C}" dt="2025-08-21T07:54:06.895" v="316" actId="20577"/>
          <ac:spMkLst>
            <pc:docMk/>
            <pc:sldMk cId="0" sldId="257"/>
            <ac:spMk id="63" creationId="{00000000-0000-0000-0000-000000000000}"/>
          </ac:spMkLst>
        </pc:spChg>
        <pc:spChg chg="mod">
          <ac:chgData name="MBEUTOUM NYA Michele Christine DO/DOIDF" userId="233c9d46-0c97-4eec-92a6-1ba42ff59991" providerId="ADAL" clId="{A0F6B9B1-EB31-4D6D-B7D3-10BC8788F61C}" dt="2025-08-22T11:53:59.837" v="6886" actId="207"/>
          <ac:spMkLst>
            <pc:docMk/>
            <pc:sldMk cId="0" sldId="257"/>
            <ac:spMk id="64" creationId="{00000000-0000-0000-0000-000000000000}"/>
          </ac:spMkLst>
        </pc:spChg>
      </pc:sldChg>
      <pc:sldChg chg="addSp delSp modSp mod">
        <pc:chgData name="MBEUTOUM NYA Michele Christine DO/DOIDF" userId="233c9d46-0c97-4eec-92a6-1ba42ff59991" providerId="ADAL" clId="{A0F6B9B1-EB31-4D6D-B7D3-10BC8788F61C}" dt="2025-08-22T11:56:29.682" v="6895" actId="207"/>
        <pc:sldMkLst>
          <pc:docMk/>
          <pc:sldMk cId="0" sldId="258"/>
        </pc:sldMkLst>
        <pc:spChg chg="mod">
          <ac:chgData name="MBEUTOUM NYA Michele Christine DO/DOIDF" userId="233c9d46-0c97-4eec-92a6-1ba42ff59991" providerId="ADAL" clId="{A0F6B9B1-EB31-4D6D-B7D3-10BC8788F61C}" dt="2025-08-21T09:00:03.416" v="2436" actId="20577"/>
          <ac:spMkLst>
            <pc:docMk/>
            <pc:sldMk cId="0" sldId="258"/>
            <ac:spMk id="71" creationId="{00000000-0000-0000-0000-000000000000}"/>
          </ac:spMkLst>
        </pc:spChg>
        <pc:spChg chg="mod">
          <ac:chgData name="MBEUTOUM NYA Michele Christine DO/DOIDF" userId="233c9d46-0c97-4eec-92a6-1ba42ff59991" providerId="ADAL" clId="{A0F6B9B1-EB31-4D6D-B7D3-10BC8788F61C}" dt="2025-08-22T11:56:29.682" v="6895" actId="207"/>
          <ac:spMkLst>
            <pc:docMk/>
            <pc:sldMk cId="0" sldId="258"/>
            <ac:spMk id="72" creationId="{00000000-0000-0000-0000-000000000000}"/>
          </ac:spMkLst>
        </pc:spChg>
        <pc:spChg chg="mod">
          <ac:chgData name="MBEUTOUM NYA Michele Christine DO/DOIDF" userId="233c9d46-0c97-4eec-92a6-1ba42ff59991" providerId="ADAL" clId="{A0F6B9B1-EB31-4D6D-B7D3-10BC8788F61C}" dt="2025-08-21T08:55:43.712" v="2142" actId="20577"/>
          <ac:spMkLst>
            <pc:docMk/>
            <pc:sldMk cId="0" sldId="258"/>
            <ac:spMk id="73" creationId="{00000000-0000-0000-0000-000000000000}"/>
          </ac:spMkLst>
        </pc:spChg>
        <pc:picChg chg="add del mod">
          <ac:chgData name="MBEUTOUM NYA Michele Christine DO/DOIDF" userId="233c9d46-0c97-4eec-92a6-1ba42ff59991" providerId="ADAL" clId="{A0F6B9B1-EB31-4D6D-B7D3-10BC8788F61C}" dt="2025-08-21T09:03:06.667" v="2464" actId="478"/>
          <ac:picMkLst>
            <pc:docMk/>
            <pc:sldMk cId="0" sldId="258"/>
            <ac:picMk id="3" creationId="{2E4862AE-A12A-0630-60F9-724A9743BA99}"/>
          </ac:picMkLst>
        </pc:picChg>
        <pc:picChg chg="add del mod">
          <ac:chgData name="MBEUTOUM NYA Michele Christine DO/DOIDF" userId="233c9d46-0c97-4eec-92a6-1ba42ff59991" providerId="ADAL" clId="{A0F6B9B1-EB31-4D6D-B7D3-10BC8788F61C}" dt="2025-08-21T09:03:06.163" v="2463" actId="22"/>
          <ac:picMkLst>
            <pc:docMk/>
            <pc:sldMk cId="0" sldId="258"/>
            <ac:picMk id="5" creationId="{0199A2BB-F356-6EF7-FC22-185EE136C74F}"/>
          </ac:picMkLst>
        </pc:picChg>
      </pc:sldChg>
      <pc:sldChg chg="addSp delSp modSp mod">
        <pc:chgData name="MBEUTOUM NYA Michele Christine DO/DOIDF" userId="233c9d46-0c97-4eec-92a6-1ba42ff59991" providerId="ADAL" clId="{A0F6B9B1-EB31-4D6D-B7D3-10BC8788F61C}" dt="2025-08-22T12:02:41.325" v="6909" actId="1076"/>
        <pc:sldMkLst>
          <pc:docMk/>
          <pc:sldMk cId="0" sldId="260"/>
        </pc:sldMkLst>
        <pc:spChg chg="add del mod">
          <ac:chgData name="MBEUTOUM NYA Michele Christine DO/DOIDF" userId="233c9d46-0c97-4eec-92a6-1ba42ff59991" providerId="ADAL" clId="{A0F6B9B1-EB31-4D6D-B7D3-10BC8788F61C}" dt="2025-08-21T10:09:58.650" v="4095" actId="478"/>
          <ac:spMkLst>
            <pc:docMk/>
            <pc:sldMk cId="0" sldId="260"/>
            <ac:spMk id="5" creationId="{F8586C4C-F251-BFAA-A2C8-75F2241A8973}"/>
          </ac:spMkLst>
        </pc:spChg>
        <pc:spChg chg="del mod">
          <ac:chgData name="MBEUTOUM NYA Michele Christine DO/DOIDF" userId="233c9d46-0c97-4eec-92a6-1ba42ff59991" providerId="ADAL" clId="{A0F6B9B1-EB31-4D6D-B7D3-10BC8788F61C}" dt="2025-08-21T10:10:09.650" v="4097" actId="478"/>
          <ac:spMkLst>
            <pc:docMk/>
            <pc:sldMk cId="0" sldId="260"/>
            <ac:spMk id="6" creationId="{FC97EC46-EEA3-DBD1-11FD-BD48CAB7EEA8}"/>
          </ac:spMkLst>
        </pc:spChg>
        <pc:spChg chg="add del mod">
          <ac:chgData name="MBEUTOUM NYA Michele Christine DO/DOIDF" userId="233c9d46-0c97-4eec-92a6-1ba42ff59991" providerId="ADAL" clId="{A0F6B9B1-EB31-4D6D-B7D3-10BC8788F61C}" dt="2025-08-21T11:10:38.361" v="4102"/>
          <ac:spMkLst>
            <pc:docMk/>
            <pc:sldMk cId="0" sldId="260"/>
            <ac:spMk id="7" creationId="{72BE6213-9D3B-B91F-F83B-A85E1347979C}"/>
          </ac:spMkLst>
        </pc:spChg>
        <pc:spChg chg="mod">
          <ac:chgData name="MBEUTOUM NYA Michele Christine DO/DOIDF" userId="233c9d46-0c97-4eec-92a6-1ba42ff59991" providerId="ADAL" clId="{A0F6B9B1-EB31-4D6D-B7D3-10BC8788F61C}" dt="2025-08-21T10:08:21.883" v="4082" actId="20577"/>
          <ac:spMkLst>
            <pc:docMk/>
            <pc:sldMk cId="0" sldId="260"/>
            <ac:spMk id="9" creationId="{6B2857D8-81B6-9EA3-CA77-C981688806AA}"/>
          </ac:spMkLst>
        </pc:spChg>
        <pc:spChg chg="add mod">
          <ac:chgData name="MBEUTOUM NYA Michele Christine DO/DOIDF" userId="233c9d46-0c97-4eec-92a6-1ba42ff59991" providerId="ADAL" clId="{A0F6B9B1-EB31-4D6D-B7D3-10BC8788F61C}" dt="2025-08-21T11:12:06.387" v="4190" actId="255"/>
          <ac:spMkLst>
            <pc:docMk/>
            <pc:sldMk cId="0" sldId="260"/>
            <ac:spMk id="10" creationId="{B64CD088-ADFE-B77B-5B5A-07C0F20894E4}"/>
          </ac:spMkLst>
        </pc:spChg>
        <pc:spChg chg="add del mod">
          <ac:chgData name="MBEUTOUM NYA Michele Christine DO/DOIDF" userId="233c9d46-0c97-4eec-92a6-1ba42ff59991" providerId="ADAL" clId="{A0F6B9B1-EB31-4D6D-B7D3-10BC8788F61C}" dt="2025-08-21T11:13:27.889" v="4209" actId="478"/>
          <ac:spMkLst>
            <pc:docMk/>
            <pc:sldMk cId="0" sldId="260"/>
            <ac:spMk id="11" creationId="{B8225545-5CC1-E53E-AD82-210C94E8F3EC}"/>
          </ac:spMkLst>
        </pc:spChg>
        <pc:spChg chg="add mod">
          <ac:chgData name="MBEUTOUM NYA Michele Christine DO/DOIDF" userId="233c9d46-0c97-4eec-92a6-1ba42ff59991" providerId="ADAL" clId="{A0F6B9B1-EB31-4D6D-B7D3-10BC8788F61C}" dt="2025-08-21T11:18:28.779" v="4495" actId="20577"/>
          <ac:spMkLst>
            <pc:docMk/>
            <pc:sldMk cId="0" sldId="260"/>
            <ac:spMk id="12" creationId="{3295F3DC-79FB-F184-1154-56BAF2C391B1}"/>
          </ac:spMkLst>
        </pc:spChg>
        <pc:spChg chg="add del mod">
          <ac:chgData name="MBEUTOUM NYA Michele Christine DO/DOIDF" userId="233c9d46-0c97-4eec-92a6-1ba42ff59991" providerId="ADAL" clId="{A0F6B9B1-EB31-4D6D-B7D3-10BC8788F61C}" dt="2025-08-21T11:17:44.189" v="4488" actId="478"/>
          <ac:spMkLst>
            <pc:docMk/>
            <pc:sldMk cId="0" sldId="260"/>
            <ac:spMk id="13" creationId="{3198323E-17C4-FD35-CDBB-75859D0A7528}"/>
          </ac:spMkLst>
        </pc:spChg>
        <pc:spChg chg="add del mod">
          <ac:chgData name="MBEUTOUM NYA Michele Christine DO/DOIDF" userId="233c9d46-0c97-4eec-92a6-1ba42ff59991" providerId="ADAL" clId="{A0F6B9B1-EB31-4D6D-B7D3-10BC8788F61C}" dt="2025-08-21T11:17:35.920" v="4486"/>
          <ac:spMkLst>
            <pc:docMk/>
            <pc:sldMk cId="0" sldId="260"/>
            <ac:spMk id="14" creationId="{B34BDA12-7297-72EF-31D3-6A76E8FE0D87}"/>
          </ac:spMkLst>
        </pc:spChg>
        <pc:spChg chg="mod">
          <ac:chgData name="MBEUTOUM NYA Michele Christine DO/DOIDF" userId="233c9d46-0c97-4eec-92a6-1ba42ff59991" providerId="ADAL" clId="{A0F6B9B1-EB31-4D6D-B7D3-10BC8788F61C}" dt="2025-08-22T11:57:51.877" v="6900" actId="207"/>
          <ac:spMkLst>
            <pc:docMk/>
            <pc:sldMk cId="0" sldId="260"/>
            <ac:spMk id="87" creationId="{00000000-0000-0000-0000-000000000000}"/>
          </ac:spMkLst>
        </pc:spChg>
        <pc:spChg chg="del mod">
          <ac:chgData name="MBEUTOUM NYA Michele Christine DO/DOIDF" userId="233c9d46-0c97-4eec-92a6-1ba42ff59991" providerId="ADAL" clId="{A0F6B9B1-EB31-4D6D-B7D3-10BC8788F61C}" dt="2025-08-21T10:09:51.569" v="4093" actId="478"/>
          <ac:spMkLst>
            <pc:docMk/>
            <pc:sldMk cId="0" sldId="260"/>
            <ac:spMk id="90" creationId="{00000000-0000-0000-0000-000000000000}"/>
          </ac:spMkLst>
        </pc:spChg>
        <pc:picChg chg="add mod">
          <ac:chgData name="MBEUTOUM NYA Michele Christine DO/DOIDF" userId="233c9d46-0c97-4eec-92a6-1ba42ff59991" providerId="ADAL" clId="{A0F6B9B1-EB31-4D6D-B7D3-10BC8788F61C}" dt="2025-08-22T12:02:41.325" v="6909" actId="1076"/>
          <ac:picMkLst>
            <pc:docMk/>
            <pc:sldMk cId="0" sldId="260"/>
            <ac:picMk id="3" creationId="{876C826A-7F70-425F-3D34-89ECE6D3881A}"/>
          </ac:picMkLst>
        </pc:picChg>
        <pc:picChg chg="del">
          <ac:chgData name="MBEUTOUM NYA Michele Christine DO/DOIDF" userId="233c9d46-0c97-4eec-92a6-1ba42ff59991" providerId="ADAL" clId="{A0F6B9B1-EB31-4D6D-B7D3-10BC8788F61C}" dt="2025-08-21T10:09:15.782" v="4084" actId="478"/>
          <ac:picMkLst>
            <pc:docMk/>
            <pc:sldMk cId="0" sldId="260"/>
            <ac:picMk id="8" creationId="{6A28FC44-8620-B047-426C-5FA342DEC743}"/>
          </ac:picMkLst>
        </pc:picChg>
      </pc:sldChg>
      <pc:sldChg chg="del">
        <pc:chgData name="MBEUTOUM NYA Michele Christine DO/DOIDF" userId="233c9d46-0c97-4eec-92a6-1ba42ff59991" providerId="ADAL" clId="{A0F6B9B1-EB31-4D6D-B7D3-10BC8788F61C}" dt="2025-08-21T14:24:50.046" v="6114" actId="2696"/>
        <pc:sldMkLst>
          <pc:docMk/>
          <pc:sldMk cId="0" sldId="261"/>
        </pc:sldMkLst>
      </pc:sldChg>
      <pc:sldChg chg="del">
        <pc:chgData name="MBEUTOUM NYA Michele Christine DO/DOIDF" userId="233c9d46-0c97-4eec-92a6-1ba42ff59991" providerId="ADAL" clId="{A0F6B9B1-EB31-4D6D-B7D3-10BC8788F61C}" dt="2025-08-21T14:24:56.692" v="6118" actId="47"/>
        <pc:sldMkLst>
          <pc:docMk/>
          <pc:sldMk cId="0" sldId="262"/>
        </pc:sldMkLst>
      </pc:sldChg>
      <pc:sldChg chg="addSp modSp mod">
        <pc:chgData name="MBEUTOUM NYA Michele Christine DO/DOIDF" userId="233c9d46-0c97-4eec-92a6-1ba42ff59991" providerId="ADAL" clId="{A0F6B9B1-EB31-4D6D-B7D3-10BC8788F61C}" dt="2025-08-22T12:06:02.232" v="6938" actId="1076"/>
        <pc:sldMkLst>
          <pc:docMk/>
          <pc:sldMk cId="1558566261" sldId="264"/>
        </pc:sldMkLst>
        <pc:spChg chg="add mod">
          <ac:chgData name="MBEUTOUM NYA Michele Christine DO/DOIDF" userId="233c9d46-0c97-4eec-92a6-1ba42ff59991" providerId="ADAL" clId="{A0F6B9B1-EB31-4D6D-B7D3-10BC8788F61C}" dt="2025-08-22T12:05:05.490" v="6927" actId="1076"/>
          <ac:spMkLst>
            <pc:docMk/>
            <pc:sldMk cId="1558566261" sldId="264"/>
            <ac:spMk id="2" creationId="{BC40F3CA-44DD-E47E-E058-BDD239C5D05D}"/>
          </ac:spMkLst>
        </pc:spChg>
        <pc:spChg chg="mod">
          <ac:chgData name="MBEUTOUM NYA Michele Christine DO/DOIDF" userId="233c9d46-0c97-4eec-92a6-1ba42ff59991" providerId="ADAL" clId="{A0F6B9B1-EB31-4D6D-B7D3-10BC8788F61C}" dt="2025-08-22T12:05:54.793" v="6937" actId="255"/>
          <ac:spMkLst>
            <pc:docMk/>
            <pc:sldMk cId="1558566261" sldId="264"/>
            <ac:spMk id="63" creationId="{00000000-0000-0000-0000-000000000000}"/>
          </ac:spMkLst>
        </pc:spChg>
        <pc:spChg chg="mod">
          <ac:chgData name="MBEUTOUM NYA Michele Christine DO/DOIDF" userId="233c9d46-0c97-4eec-92a6-1ba42ff59991" providerId="ADAL" clId="{A0F6B9B1-EB31-4D6D-B7D3-10BC8788F61C}" dt="2025-08-22T11:55:09.368" v="6892" actId="207"/>
          <ac:spMkLst>
            <pc:docMk/>
            <pc:sldMk cId="1558566261" sldId="264"/>
            <ac:spMk id="64" creationId="{00000000-0000-0000-0000-000000000000}"/>
          </ac:spMkLst>
        </pc:spChg>
        <pc:spChg chg="mod">
          <ac:chgData name="MBEUTOUM NYA Michele Christine DO/DOIDF" userId="233c9d46-0c97-4eec-92a6-1ba42ff59991" providerId="ADAL" clId="{A0F6B9B1-EB31-4D6D-B7D3-10BC8788F61C}" dt="2025-08-21T07:57:35.585" v="365" actId="14100"/>
          <ac:spMkLst>
            <pc:docMk/>
            <pc:sldMk cId="1558566261" sldId="264"/>
            <ac:spMk id="65" creationId="{00000000-0000-0000-0000-000000000000}"/>
          </ac:spMkLst>
        </pc:spChg>
        <pc:picChg chg="add mod">
          <ac:chgData name="MBEUTOUM NYA Michele Christine DO/DOIDF" userId="233c9d46-0c97-4eec-92a6-1ba42ff59991" providerId="ADAL" clId="{A0F6B9B1-EB31-4D6D-B7D3-10BC8788F61C}" dt="2025-08-22T12:06:02.232" v="6938" actId="1076"/>
          <ac:picMkLst>
            <pc:docMk/>
            <pc:sldMk cId="1558566261" sldId="264"/>
            <ac:picMk id="3" creationId="{0FF4F0F7-5727-64A7-6041-E79483278BEF}"/>
          </ac:picMkLst>
        </pc:picChg>
      </pc:sldChg>
      <pc:sldChg chg="addSp modSp mod">
        <pc:chgData name="MBEUTOUM NYA Michele Christine DO/DOIDF" userId="233c9d46-0c97-4eec-92a6-1ba42ff59991" providerId="ADAL" clId="{A0F6B9B1-EB31-4D6D-B7D3-10BC8788F61C}" dt="2025-08-22T12:01:54.510" v="6906" actId="14100"/>
        <pc:sldMkLst>
          <pc:docMk/>
          <pc:sldMk cId="1028906059" sldId="265"/>
        </pc:sldMkLst>
        <pc:spChg chg="mod">
          <ac:chgData name="MBEUTOUM NYA Michele Christine DO/DOIDF" userId="233c9d46-0c97-4eec-92a6-1ba42ff59991" providerId="ADAL" clId="{A0F6B9B1-EB31-4D6D-B7D3-10BC8788F61C}" dt="2025-08-21T08:35:50.958" v="1590" actId="20577"/>
          <ac:spMkLst>
            <pc:docMk/>
            <pc:sldMk cId="1028906059" sldId="265"/>
            <ac:spMk id="63" creationId="{00000000-0000-0000-0000-000000000000}"/>
          </ac:spMkLst>
        </pc:spChg>
        <pc:spChg chg="mod">
          <ac:chgData name="MBEUTOUM NYA Michele Christine DO/DOIDF" userId="233c9d46-0c97-4eec-92a6-1ba42ff59991" providerId="ADAL" clId="{A0F6B9B1-EB31-4D6D-B7D3-10BC8788F61C}" dt="2025-08-22T11:55:22.851" v="6893" actId="207"/>
          <ac:spMkLst>
            <pc:docMk/>
            <pc:sldMk cId="1028906059" sldId="265"/>
            <ac:spMk id="64" creationId="{00000000-0000-0000-0000-000000000000}"/>
          </ac:spMkLst>
        </pc:spChg>
        <pc:spChg chg="mod">
          <ac:chgData name="MBEUTOUM NYA Michele Christine DO/DOIDF" userId="233c9d46-0c97-4eec-92a6-1ba42ff59991" providerId="ADAL" clId="{A0F6B9B1-EB31-4D6D-B7D3-10BC8788F61C}" dt="2025-08-21T08:24:22.389" v="1088" actId="20577"/>
          <ac:spMkLst>
            <pc:docMk/>
            <pc:sldMk cId="1028906059" sldId="265"/>
            <ac:spMk id="65" creationId="{00000000-0000-0000-0000-000000000000}"/>
          </ac:spMkLst>
        </pc:spChg>
        <pc:picChg chg="add mod">
          <ac:chgData name="MBEUTOUM NYA Michele Christine DO/DOIDF" userId="233c9d46-0c97-4eec-92a6-1ba42ff59991" providerId="ADAL" clId="{A0F6B9B1-EB31-4D6D-B7D3-10BC8788F61C}" dt="2025-08-22T12:01:54.510" v="6906" actId="14100"/>
          <ac:picMkLst>
            <pc:docMk/>
            <pc:sldMk cId="1028906059" sldId="265"/>
            <ac:picMk id="3" creationId="{D7FB0C41-2357-9F34-8D13-1E976C88D295}"/>
          </ac:picMkLst>
        </pc:picChg>
      </pc:sldChg>
      <pc:sldChg chg="addSp modSp mod">
        <pc:chgData name="MBEUTOUM NYA Michele Christine DO/DOIDF" userId="233c9d46-0c97-4eec-92a6-1ba42ff59991" providerId="ADAL" clId="{A0F6B9B1-EB31-4D6D-B7D3-10BC8788F61C}" dt="2025-08-22T12:02:26.503" v="6908" actId="14100"/>
        <pc:sldMkLst>
          <pc:docMk/>
          <pc:sldMk cId="3736681078" sldId="266"/>
        </pc:sldMkLst>
        <pc:spChg chg="mod">
          <ac:chgData name="MBEUTOUM NYA Michele Christine DO/DOIDF" userId="233c9d46-0c97-4eec-92a6-1ba42ff59991" providerId="ADAL" clId="{A0F6B9B1-EB31-4D6D-B7D3-10BC8788F61C}" dt="2025-08-21T08:48:17.355" v="2073" actId="20577"/>
          <ac:spMkLst>
            <pc:docMk/>
            <pc:sldMk cId="3736681078" sldId="266"/>
            <ac:spMk id="63" creationId="{00000000-0000-0000-0000-000000000000}"/>
          </ac:spMkLst>
        </pc:spChg>
        <pc:spChg chg="mod">
          <ac:chgData name="MBEUTOUM NYA Michele Christine DO/DOIDF" userId="233c9d46-0c97-4eec-92a6-1ba42ff59991" providerId="ADAL" clId="{A0F6B9B1-EB31-4D6D-B7D3-10BC8788F61C}" dt="2025-08-22T11:55:38.211" v="6894" actId="207"/>
          <ac:spMkLst>
            <pc:docMk/>
            <pc:sldMk cId="3736681078" sldId="266"/>
            <ac:spMk id="64" creationId="{00000000-0000-0000-0000-000000000000}"/>
          </ac:spMkLst>
        </pc:spChg>
        <pc:spChg chg="mod">
          <ac:chgData name="MBEUTOUM NYA Michele Christine DO/DOIDF" userId="233c9d46-0c97-4eec-92a6-1ba42ff59991" providerId="ADAL" clId="{A0F6B9B1-EB31-4D6D-B7D3-10BC8788F61C}" dt="2025-08-21T08:41:54.128" v="1636" actId="20577"/>
          <ac:spMkLst>
            <pc:docMk/>
            <pc:sldMk cId="3736681078" sldId="266"/>
            <ac:spMk id="65" creationId="{00000000-0000-0000-0000-000000000000}"/>
          </ac:spMkLst>
        </pc:spChg>
        <pc:picChg chg="add mod">
          <ac:chgData name="MBEUTOUM NYA Michele Christine DO/DOIDF" userId="233c9d46-0c97-4eec-92a6-1ba42ff59991" providerId="ADAL" clId="{A0F6B9B1-EB31-4D6D-B7D3-10BC8788F61C}" dt="2025-08-22T12:02:21.119" v="6907" actId="14100"/>
          <ac:picMkLst>
            <pc:docMk/>
            <pc:sldMk cId="3736681078" sldId="266"/>
            <ac:picMk id="3" creationId="{D272BE3A-3B2F-F1C7-7FDE-0289D3C2D45E}"/>
          </ac:picMkLst>
        </pc:picChg>
        <pc:picChg chg="add mod">
          <ac:chgData name="MBEUTOUM NYA Michele Christine DO/DOIDF" userId="233c9d46-0c97-4eec-92a6-1ba42ff59991" providerId="ADAL" clId="{A0F6B9B1-EB31-4D6D-B7D3-10BC8788F61C}" dt="2025-08-22T12:02:26.503" v="6908" actId="14100"/>
          <ac:picMkLst>
            <pc:docMk/>
            <pc:sldMk cId="3736681078" sldId="266"/>
            <ac:picMk id="5" creationId="{85C787EC-8A3D-22A1-CEB8-184025986692}"/>
          </ac:picMkLst>
        </pc:picChg>
      </pc:sldChg>
      <pc:sldChg chg="del">
        <pc:chgData name="MBEUTOUM NYA Michele Christine DO/DOIDF" userId="233c9d46-0c97-4eec-92a6-1ba42ff59991" providerId="ADAL" clId="{A0F6B9B1-EB31-4D6D-B7D3-10BC8788F61C}" dt="2025-08-21T10:08:08.935" v="4063" actId="47"/>
        <pc:sldMkLst>
          <pc:docMk/>
          <pc:sldMk cId="3889357741" sldId="268"/>
        </pc:sldMkLst>
      </pc:sldChg>
      <pc:sldChg chg="del">
        <pc:chgData name="MBEUTOUM NYA Michele Christine DO/DOIDF" userId="233c9d46-0c97-4eec-92a6-1ba42ff59991" providerId="ADAL" clId="{A0F6B9B1-EB31-4D6D-B7D3-10BC8788F61C}" dt="2025-08-21T14:24:54.179" v="6116" actId="47"/>
        <pc:sldMkLst>
          <pc:docMk/>
          <pc:sldMk cId="3536675690" sldId="269"/>
        </pc:sldMkLst>
      </pc:sldChg>
      <pc:sldChg chg="addSp delSp modSp mod">
        <pc:chgData name="MBEUTOUM NYA Michele Christine DO/DOIDF" userId="233c9d46-0c97-4eec-92a6-1ba42ff59991" providerId="ADAL" clId="{A0F6B9B1-EB31-4D6D-B7D3-10BC8788F61C}" dt="2025-08-22T11:58:08.468" v="6901" actId="207"/>
        <pc:sldMkLst>
          <pc:docMk/>
          <pc:sldMk cId="1156946512" sldId="270"/>
        </pc:sldMkLst>
        <pc:spChg chg="mod">
          <ac:chgData name="MBEUTOUM NYA Michele Christine DO/DOIDF" userId="233c9d46-0c97-4eec-92a6-1ba42ff59991" providerId="ADAL" clId="{A0F6B9B1-EB31-4D6D-B7D3-10BC8788F61C}" dt="2025-08-21T12:03:21.101" v="4550" actId="20577"/>
          <ac:spMkLst>
            <pc:docMk/>
            <pc:sldMk cId="1156946512" sldId="270"/>
            <ac:spMk id="2" creationId="{13A1E5C3-748A-371F-0FED-854F1D5A0876}"/>
          </ac:spMkLst>
        </pc:spChg>
        <pc:spChg chg="add del mod">
          <ac:chgData name="MBEUTOUM NYA Michele Christine DO/DOIDF" userId="233c9d46-0c97-4eec-92a6-1ba42ff59991" providerId="ADAL" clId="{A0F6B9B1-EB31-4D6D-B7D3-10BC8788F61C}" dt="2025-08-21T12:10:15.126" v="4652" actId="478"/>
          <ac:spMkLst>
            <pc:docMk/>
            <pc:sldMk cId="1156946512" sldId="270"/>
            <ac:spMk id="7" creationId="{42F30F66-2125-4A11-F3D6-091CBCF6BB68}"/>
          </ac:spMkLst>
        </pc:spChg>
        <pc:spChg chg="add mod">
          <ac:chgData name="MBEUTOUM NYA Michele Christine DO/DOIDF" userId="233c9d46-0c97-4eec-92a6-1ba42ff59991" providerId="ADAL" clId="{A0F6B9B1-EB31-4D6D-B7D3-10BC8788F61C}" dt="2025-08-21T12:14:39.880" v="5042" actId="20577"/>
          <ac:spMkLst>
            <pc:docMk/>
            <pc:sldMk cId="1156946512" sldId="270"/>
            <ac:spMk id="10" creationId="{0FB00BC4-0BE9-7702-F1C2-523D2E432F26}"/>
          </ac:spMkLst>
        </pc:spChg>
        <pc:spChg chg="mod">
          <ac:chgData name="MBEUTOUM NYA Michele Christine DO/DOIDF" userId="233c9d46-0c97-4eec-92a6-1ba42ff59991" providerId="ADAL" clId="{A0F6B9B1-EB31-4D6D-B7D3-10BC8788F61C}" dt="2025-08-22T11:58:08.468" v="6901" actId="207"/>
          <ac:spMkLst>
            <pc:docMk/>
            <pc:sldMk cId="1156946512" sldId="270"/>
            <ac:spMk id="87" creationId="{00000000-0000-0000-0000-000000000000}"/>
          </ac:spMkLst>
        </pc:spChg>
        <pc:spChg chg="mod">
          <ac:chgData name="MBEUTOUM NYA Michele Christine DO/DOIDF" userId="233c9d46-0c97-4eec-92a6-1ba42ff59991" providerId="ADAL" clId="{A0F6B9B1-EB31-4D6D-B7D3-10BC8788F61C}" dt="2025-08-21T12:14:58.390" v="5044" actId="1076"/>
          <ac:spMkLst>
            <pc:docMk/>
            <pc:sldMk cId="1156946512" sldId="270"/>
            <ac:spMk id="90" creationId="{00000000-0000-0000-0000-000000000000}"/>
          </ac:spMkLst>
        </pc:spChg>
        <pc:picChg chg="add del mod">
          <ac:chgData name="MBEUTOUM NYA Michele Christine DO/DOIDF" userId="233c9d46-0c97-4eec-92a6-1ba42ff59991" providerId="ADAL" clId="{A0F6B9B1-EB31-4D6D-B7D3-10BC8788F61C}" dt="2025-08-21T12:11:29.995" v="4663" actId="478"/>
          <ac:picMkLst>
            <pc:docMk/>
            <pc:sldMk cId="1156946512" sldId="270"/>
            <ac:picMk id="4" creationId="{8E431E32-3291-FA1C-49F4-A7392879DD81}"/>
          </ac:picMkLst>
        </pc:picChg>
        <pc:picChg chg="add mod">
          <ac:chgData name="MBEUTOUM NYA Michele Christine DO/DOIDF" userId="233c9d46-0c97-4eec-92a6-1ba42ff59991" providerId="ADAL" clId="{A0F6B9B1-EB31-4D6D-B7D3-10BC8788F61C}" dt="2025-08-21T12:11:33.167" v="4664" actId="1076"/>
          <ac:picMkLst>
            <pc:docMk/>
            <pc:sldMk cId="1156946512" sldId="270"/>
            <ac:picMk id="6" creationId="{DA5D1B03-3E5E-BCBC-6A36-009022D433F1}"/>
          </ac:picMkLst>
        </pc:picChg>
        <pc:picChg chg="add mod">
          <ac:chgData name="MBEUTOUM NYA Michele Christine DO/DOIDF" userId="233c9d46-0c97-4eec-92a6-1ba42ff59991" providerId="ADAL" clId="{A0F6B9B1-EB31-4D6D-B7D3-10BC8788F61C}" dt="2025-08-21T12:11:35.614" v="4665" actId="1076"/>
          <ac:picMkLst>
            <pc:docMk/>
            <pc:sldMk cId="1156946512" sldId="270"/>
            <ac:picMk id="9" creationId="{13516ADE-27E7-742B-5F30-59260360D14A}"/>
          </ac:picMkLst>
        </pc:picChg>
      </pc:sldChg>
      <pc:sldChg chg="addSp delSp modSp mod">
        <pc:chgData name="MBEUTOUM NYA Michele Christine DO/DOIDF" userId="233c9d46-0c97-4eec-92a6-1ba42ff59991" providerId="ADAL" clId="{A0F6B9B1-EB31-4D6D-B7D3-10BC8788F61C}" dt="2025-08-22T09:48:30.425" v="6164" actId="5793"/>
        <pc:sldMkLst>
          <pc:docMk/>
          <pc:sldMk cId="1257127072" sldId="271"/>
        </pc:sldMkLst>
        <pc:spChg chg="del">
          <ac:chgData name="MBEUTOUM NYA Michele Christine DO/DOIDF" userId="233c9d46-0c97-4eec-92a6-1ba42ff59991" providerId="ADAL" clId="{A0F6B9B1-EB31-4D6D-B7D3-10BC8788F61C}" dt="2025-08-21T14:22:15.700" v="6098" actId="478"/>
          <ac:spMkLst>
            <pc:docMk/>
            <pc:sldMk cId="1257127072" sldId="271"/>
            <ac:spMk id="2" creationId="{13A1E5C3-748A-371F-0FED-854F1D5A0876}"/>
          </ac:spMkLst>
        </pc:spChg>
        <pc:spChg chg="add mod">
          <ac:chgData name="MBEUTOUM NYA Michele Christine DO/DOIDF" userId="233c9d46-0c97-4eec-92a6-1ba42ff59991" providerId="ADAL" clId="{A0F6B9B1-EB31-4D6D-B7D3-10BC8788F61C}" dt="2025-08-22T09:48:30.425" v="6164" actId="5793"/>
          <ac:spMkLst>
            <pc:docMk/>
            <pc:sldMk cId="1257127072" sldId="271"/>
            <ac:spMk id="4" creationId="{44B0F3E8-B265-1D93-3E8A-63AEB5B731F2}"/>
          </ac:spMkLst>
        </pc:spChg>
        <pc:spChg chg="del">
          <ac:chgData name="MBEUTOUM NYA Michele Christine DO/DOIDF" userId="233c9d46-0c97-4eec-92a6-1ba42ff59991" providerId="ADAL" clId="{A0F6B9B1-EB31-4D6D-B7D3-10BC8788F61C}" dt="2025-08-21T14:23:11.015" v="6111" actId="478"/>
          <ac:spMkLst>
            <pc:docMk/>
            <pc:sldMk cId="1257127072" sldId="271"/>
            <ac:spMk id="87" creationId="{00000000-0000-0000-0000-000000000000}"/>
          </ac:spMkLst>
        </pc:spChg>
        <pc:spChg chg="del">
          <ac:chgData name="MBEUTOUM NYA Michele Christine DO/DOIDF" userId="233c9d46-0c97-4eec-92a6-1ba42ff59991" providerId="ADAL" clId="{A0F6B9B1-EB31-4D6D-B7D3-10BC8788F61C}" dt="2025-08-21T14:22:21.137" v="6099" actId="478"/>
          <ac:spMkLst>
            <pc:docMk/>
            <pc:sldMk cId="1257127072" sldId="271"/>
            <ac:spMk id="90" creationId="{00000000-0000-0000-0000-000000000000}"/>
          </ac:spMkLst>
        </pc:spChg>
      </pc:sldChg>
      <pc:sldChg chg="del">
        <pc:chgData name="MBEUTOUM NYA Michele Christine DO/DOIDF" userId="233c9d46-0c97-4eec-92a6-1ba42ff59991" providerId="ADAL" clId="{A0F6B9B1-EB31-4D6D-B7D3-10BC8788F61C}" dt="2025-08-21T14:24:55.528" v="6117" actId="47"/>
        <pc:sldMkLst>
          <pc:docMk/>
          <pc:sldMk cId="3965923026" sldId="273"/>
        </pc:sldMkLst>
      </pc:sldChg>
      <pc:sldChg chg="del">
        <pc:chgData name="MBEUTOUM NYA Michele Christine DO/DOIDF" userId="233c9d46-0c97-4eec-92a6-1ba42ff59991" providerId="ADAL" clId="{A0F6B9B1-EB31-4D6D-B7D3-10BC8788F61C}" dt="2025-08-21T14:24:52.542" v="6115" actId="47"/>
        <pc:sldMkLst>
          <pc:docMk/>
          <pc:sldMk cId="2031908079" sldId="274"/>
        </pc:sldMkLst>
      </pc:sldChg>
      <pc:sldChg chg="del">
        <pc:chgData name="MBEUTOUM NYA Michele Christine DO/DOIDF" userId="233c9d46-0c97-4eec-92a6-1ba42ff59991" providerId="ADAL" clId="{A0F6B9B1-EB31-4D6D-B7D3-10BC8788F61C}" dt="2025-08-21T14:24:57.752" v="6119" actId="47"/>
        <pc:sldMkLst>
          <pc:docMk/>
          <pc:sldMk cId="75066453" sldId="275"/>
        </pc:sldMkLst>
      </pc:sldChg>
      <pc:sldChg chg="del">
        <pc:chgData name="MBEUTOUM NYA Michele Christine DO/DOIDF" userId="233c9d46-0c97-4eec-92a6-1ba42ff59991" providerId="ADAL" clId="{A0F6B9B1-EB31-4D6D-B7D3-10BC8788F61C}" dt="2025-08-21T14:24:59.143" v="6120" actId="47"/>
        <pc:sldMkLst>
          <pc:docMk/>
          <pc:sldMk cId="675186152" sldId="276"/>
        </pc:sldMkLst>
      </pc:sldChg>
      <pc:sldChg chg="addSp delSp modSp add mod">
        <pc:chgData name="MBEUTOUM NYA Michele Christine DO/DOIDF" userId="233c9d46-0c97-4eec-92a6-1ba42ff59991" providerId="ADAL" clId="{A0F6B9B1-EB31-4D6D-B7D3-10BC8788F61C}" dt="2025-08-22T11:56:52.631" v="6896" actId="207"/>
        <pc:sldMkLst>
          <pc:docMk/>
          <pc:sldMk cId="4032029278" sldId="277"/>
        </pc:sldMkLst>
        <pc:spChg chg="mod">
          <ac:chgData name="MBEUTOUM NYA Michele Christine DO/DOIDF" userId="233c9d46-0c97-4eec-92a6-1ba42ff59991" providerId="ADAL" clId="{A0F6B9B1-EB31-4D6D-B7D3-10BC8788F61C}" dt="2025-08-21T09:04:38.970" v="2502" actId="20577"/>
          <ac:spMkLst>
            <pc:docMk/>
            <pc:sldMk cId="4032029278" sldId="277"/>
            <ac:spMk id="71" creationId="{00000000-0000-0000-0000-000000000000}"/>
          </ac:spMkLst>
        </pc:spChg>
        <pc:spChg chg="mod">
          <ac:chgData name="MBEUTOUM NYA Michele Christine DO/DOIDF" userId="233c9d46-0c97-4eec-92a6-1ba42ff59991" providerId="ADAL" clId="{A0F6B9B1-EB31-4D6D-B7D3-10BC8788F61C}" dt="2025-08-22T11:56:52.631" v="6896" actId="207"/>
          <ac:spMkLst>
            <pc:docMk/>
            <pc:sldMk cId="4032029278" sldId="277"/>
            <ac:spMk id="72" creationId="{00000000-0000-0000-0000-000000000000}"/>
          </ac:spMkLst>
        </pc:spChg>
        <pc:spChg chg="mod">
          <ac:chgData name="MBEUTOUM NYA Michele Christine DO/DOIDF" userId="233c9d46-0c97-4eec-92a6-1ba42ff59991" providerId="ADAL" clId="{A0F6B9B1-EB31-4D6D-B7D3-10BC8788F61C}" dt="2025-08-21T09:02:04.928" v="2442" actId="20577"/>
          <ac:spMkLst>
            <pc:docMk/>
            <pc:sldMk cId="4032029278" sldId="277"/>
            <ac:spMk id="73" creationId="{00000000-0000-0000-0000-000000000000}"/>
          </ac:spMkLst>
        </pc:spChg>
        <pc:picChg chg="del">
          <ac:chgData name="MBEUTOUM NYA Michele Christine DO/DOIDF" userId="233c9d46-0c97-4eec-92a6-1ba42ff59991" providerId="ADAL" clId="{A0F6B9B1-EB31-4D6D-B7D3-10BC8788F61C}" dt="2025-08-21T09:02:18.847" v="2443" actId="478"/>
          <ac:picMkLst>
            <pc:docMk/>
            <pc:sldMk cId="4032029278" sldId="277"/>
            <ac:picMk id="3" creationId="{2E4862AE-A12A-0630-60F9-724A9743BA99}"/>
          </ac:picMkLst>
        </pc:picChg>
        <pc:picChg chg="add mod">
          <ac:chgData name="MBEUTOUM NYA Michele Christine DO/DOIDF" userId="233c9d46-0c97-4eec-92a6-1ba42ff59991" providerId="ADAL" clId="{A0F6B9B1-EB31-4D6D-B7D3-10BC8788F61C}" dt="2025-08-21T09:03:14.177" v="2465" actId="1076"/>
          <ac:picMkLst>
            <pc:docMk/>
            <pc:sldMk cId="4032029278" sldId="277"/>
            <ac:picMk id="4" creationId="{00E36771-B654-BA6D-6B01-45F4C9DB0D19}"/>
          </ac:picMkLst>
        </pc:picChg>
      </pc:sldChg>
      <pc:sldChg chg="addSp delSp modSp add mod ord">
        <pc:chgData name="MBEUTOUM NYA Michele Christine DO/DOIDF" userId="233c9d46-0c97-4eec-92a6-1ba42ff59991" providerId="ADAL" clId="{A0F6B9B1-EB31-4D6D-B7D3-10BC8788F61C}" dt="2025-08-22T11:57:08.899" v="6897" actId="207"/>
        <pc:sldMkLst>
          <pc:docMk/>
          <pc:sldMk cId="384787186" sldId="278"/>
        </pc:sldMkLst>
        <pc:spChg chg="mod">
          <ac:chgData name="MBEUTOUM NYA Michele Christine DO/DOIDF" userId="233c9d46-0c97-4eec-92a6-1ba42ff59991" providerId="ADAL" clId="{A0F6B9B1-EB31-4D6D-B7D3-10BC8788F61C}" dt="2025-08-21T09:14:17.499" v="3007" actId="12"/>
          <ac:spMkLst>
            <pc:docMk/>
            <pc:sldMk cId="384787186" sldId="278"/>
            <ac:spMk id="71" creationId="{00000000-0000-0000-0000-000000000000}"/>
          </ac:spMkLst>
        </pc:spChg>
        <pc:spChg chg="mod">
          <ac:chgData name="MBEUTOUM NYA Michele Christine DO/DOIDF" userId="233c9d46-0c97-4eec-92a6-1ba42ff59991" providerId="ADAL" clId="{A0F6B9B1-EB31-4D6D-B7D3-10BC8788F61C}" dt="2025-08-22T11:57:08.899" v="6897" actId="207"/>
          <ac:spMkLst>
            <pc:docMk/>
            <pc:sldMk cId="384787186" sldId="278"/>
            <ac:spMk id="72" creationId="{00000000-0000-0000-0000-000000000000}"/>
          </ac:spMkLst>
        </pc:spChg>
        <pc:spChg chg="mod">
          <ac:chgData name="MBEUTOUM NYA Michele Christine DO/DOIDF" userId="233c9d46-0c97-4eec-92a6-1ba42ff59991" providerId="ADAL" clId="{A0F6B9B1-EB31-4D6D-B7D3-10BC8788F61C}" dt="2025-08-21T09:05:26.574" v="2536" actId="20577"/>
          <ac:spMkLst>
            <pc:docMk/>
            <pc:sldMk cId="384787186" sldId="278"/>
            <ac:spMk id="73" creationId="{00000000-0000-0000-0000-000000000000}"/>
          </ac:spMkLst>
        </pc:spChg>
        <pc:picChg chg="del">
          <ac:chgData name="MBEUTOUM NYA Michele Christine DO/DOIDF" userId="233c9d46-0c97-4eec-92a6-1ba42ff59991" providerId="ADAL" clId="{A0F6B9B1-EB31-4D6D-B7D3-10BC8788F61C}" dt="2025-08-21T09:05:58.376" v="2537" actId="478"/>
          <ac:picMkLst>
            <pc:docMk/>
            <pc:sldMk cId="384787186" sldId="278"/>
            <ac:picMk id="3" creationId="{2E4862AE-A12A-0630-60F9-724A9743BA99}"/>
          </ac:picMkLst>
        </pc:picChg>
        <pc:picChg chg="add mod">
          <ac:chgData name="MBEUTOUM NYA Michele Christine DO/DOIDF" userId="233c9d46-0c97-4eec-92a6-1ba42ff59991" providerId="ADAL" clId="{A0F6B9B1-EB31-4D6D-B7D3-10BC8788F61C}" dt="2025-08-21T09:06:03.862" v="2539" actId="1076"/>
          <ac:picMkLst>
            <pc:docMk/>
            <pc:sldMk cId="384787186" sldId="278"/>
            <ac:picMk id="4" creationId="{6913D382-4B94-B98F-FF6A-B32F48B5DC84}"/>
          </ac:picMkLst>
        </pc:picChg>
      </pc:sldChg>
      <pc:sldChg chg="addSp delSp modSp add mod">
        <pc:chgData name="MBEUTOUM NYA Michele Christine DO/DOIDF" userId="233c9d46-0c97-4eec-92a6-1ba42ff59991" providerId="ADAL" clId="{A0F6B9B1-EB31-4D6D-B7D3-10BC8788F61C}" dt="2025-08-22T11:57:26.036" v="6898" actId="207"/>
        <pc:sldMkLst>
          <pc:docMk/>
          <pc:sldMk cId="195464399" sldId="279"/>
        </pc:sldMkLst>
        <pc:spChg chg="mod">
          <ac:chgData name="MBEUTOUM NYA Michele Christine DO/DOIDF" userId="233c9d46-0c97-4eec-92a6-1ba42ff59991" providerId="ADAL" clId="{A0F6B9B1-EB31-4D6D-B7D3-10BC8788F61C}" dt="2025-08-21T09:26:59.914" v="3371" actId="20577"/>
          <ac:spMkLst>
            <pc:docMk/>
            <pc:sldMk cId="195464399" sldId="279"/>
            <ac:spMk id="71" creationId="{00000000-0000-0000-0000-000000000000}"/>
          </ac:spMkLst>
        </pc:spChg>
        <pc:spChg chg="mod">
          <ac:chgData name="MBEUTOUM NYA Michele Christine DO/DOIDF" userId="233c9d46-0c97-4eec-92a6-1ba42ff59991" providerId="ADAL" clId="{A0F6B9B1-EB31-4D6D-B7D3-10BC8788F61C}" dt="2025-08-22T11:57:26.036" v="6898" actId="207"/>
          <ac:spMkLst>
            <pc:docMk/>
            <pc:sldMk cId="195464399" sldId="279"/>
            <ac:spMk id="72" creationId="{00000000-0000-0000-0000-000000000000}"/>
          </ac:spMkLst>
        </pc:spChg>
        <pc:spChg chg="mod">
          <ac:chgData name="MBEUTOUM NYA Michele Christine DO/DOIDF" userId="233c9d46-0c97-4eec-92a6-1ba42ff59991" providerId="ADAL" clId="{A0F6B9B1-EB31-4D6D-B7D3-10BC8788F61C}" dt="2025-08-21T09:20:57.565" v="3066" actId="14100"/>
          <ac:spMkLst>
            <pc:docMk/>
            <pc:sldMk cId="195464399" sldId="279"/>
            <ac:spMk id="73" creationId="{00000000-0000-0000-0000-000000000000}"/>
          </ac:spMkLst>
        </pc:spChg>
        <pc:picChg chg="add mod">
          <ac:chgData name="MBEUTOUM NYA Michele Christine DO/DOIDF" userId="233c9d46-0c97-4eec-92a6-1ba42ff59991" providerId="ADAL" clId="{A0F6B9B1-EB31-4D6D-B7D3-10BC8788F61C}" dt="2025-08-21T09:21:22.510" v="3069" actId="1076"/>
          <ac:picMkLst>
            <pc:docMk/>
            <pc:sldMk cId="195464399" sldId="279"/>
            <ac:picMk id="3" creationId="{0E03C577-80B3-89D1-BA8D-1F7D9F210E6F}"/>
          </ac:picMkLst>
        </pc:picChg>
        <pc:picChg chg="del">
          <ac:chgData name="MBEUTOUM NYA Michele Christine DO/DOIDF" userId="233c9d46-0c97-4eec-92a6-1ba42ff59991" providerId="ADAL" clId="{A0F6B9B1-EB31-4D6D-B7D3-10BC8788F61C}" dt="2025-08-21T09:21:17.788" v="3067" actId="478"/>
          <ac:picMkLst>
            <pc:docMk/>
            <pc:sldMk cId="195464399" sldId="279"/>
            <ac:picMk id="4" creationId="{6913D382-4B94-B98F-FF6A-B32F48B5DC84}"/>
          </ac:picMkLst>
        </pc:picChg>
      </pc:sldChg>
      <pc:sldChg chg="addSp delSp modSp add mod">
        <pc:chgData name="MBEUTOUM NYA Michele Christine DO/DOIDF" userId="233c9d46-0c97-4eec-92a6-1ba42ff59991" providerId="ADAL" clId="{A0F6B9B1-EB31-4D6D-B7D3-10BC8788F61C}" dt="2025-08-22T11:57:36.856" v="6899" actId="207"/>
        <pc:sldMkLst>
          <pc:docMk/>
          <pc:sldMk cId="2668522740" sldId="280"/>
        </pc:sldMkLst>
        <pc:spChg chg="mod">
          <ac:chgData name="MBEUTOUM NYA Michele Christine DO/DOIDF" userId="233c9d46-0c97-4eec-92a6-1ba42ff59991" providerId="ADAL" clId="{A0F6B9B1-EB31-4D6D-B7D3-10BC8788F61C}" dt="2025-08-21T09:47:25.969" v="3763" actId="20577"/>
          <ac:spMkLst>
            <pc:docMk/>
            <pc:sldMk cId="2668522740" sldId="280"/>
            <ac:spMk id="71" creationId="{00000000-0000-0000-0000-000000000000}"/>
          </ac:spMkLst>
        </pc:spChg>
        <pc:spChg chg="mod">
          <ac:chgData name="MBEUTOUM NYA Michele Christine DO/DOIDF" userId="233c9d46-0c97-4eec-92a6-1ba42ff59991" providerId="ADAL" clId="{A0F6B9B1-EB31-4D6D-B7D3-10BC8788F61C}" dt="2025-08-22T11:57:36.856" v="6899" actId="207"/>
          <ac:spMkLst>
            <pc:docMk/>
            <pc:sldMk cId="2668522740" sldId="280"/>
            <ac:spMk id="72" creationId="{00000000-0000-0000-0000-000000000000}"/>
          </ac:spMkLst>
        </pc:spChg>
        <pc:spChg chg="mod">
          <ac:chgData name="MBEUTOUM NYA Michele Christine DO/DOIDF" userId="233c9d46-0c97-4eec-92a6-1ba42ff59991" providerId="ADAL" clId="{A0F6B9B1-EB31-4D6D-B7D3-10BC8788F61C}" dt="2025-08-21T09:27:50.753" v="3400" actId="20577"/>
          <ac:spMkLst>
            <pc:docMk/>
            <pc:sldMk cId="2668522740" sldId="280"/>
            <ac:spMk id="73" creationId="{00000000-0000-0000-0000-000000000000}"/>
          </ac:spMkLst>
        </pc:spChg>
        <pc:picChg chg="del">
          <ac:chgData name="MBEUTOUM NYA Michele Christine DO/DOIDF" userId="233c9d46-0c97-4eec-92a6-1ba42ff59991" providerId="ADAL" clId="{A0F6B9B1-EB31-4D6D-B7D3-10BC8788F61C}" dt="2025-08-21T09:44:10.890" v="3401" actId="478"/>
          <ac:picMkLst>
            <pc:docMk/>
            <pc:sldMk cId="2668522740" sldId="280"/>
            <ac:picMk id="3" creationId="{0E03C577-80B3-89D1-BA8D-1F7D9F210E6F}"/>
          </ac:picMkLst>
        </pc:picChg>
        <pc:picChg chg="add mod">
          <ac:chgData name="MBEUTOUM NYA Michele Christine DO/DOIDF" userId="233c9d46-0c97-4eec-92a6-1ba42ff59991" providerId="ADAL" clId="{A0F6B9B1-EB31-4D6D-B7D3-10BC8788F61C}" dt="2025-08-21T09:49:25.892" v="3764" actId="1076"/>
          <ac:picMkLst>
            <pc:docMk/>
            <pc:sldMk cId="2668522740" sldId="280"/>
            <ac:picMk id="4" creationId="{8A924999-5BAC-500A-18C2-24CC2ABAC40A}"/>
          </ac:picMkLst>
        </pc:picChg>
      </pc:sldChg>
      <pc:sldChg chg="addSp delSp modSp add del mod">
        <pc:chgData name="MBEUTOUM NYA Michele Christine DO/DOIDF" userId="233c9d46-0c97-4eec-92a6-1ba42ff59991" providerId="ADAL" clId="{A0F6B9B1-EB31-4D6D-B7D3-10BC8788F61C}" dt="2025-08-21T10:08:07.646" v="4062" actId="47"/>
        <pc:sldMkLst>
          <pc:docMk/>
          <pc:sldMk cId="1823100946" sldId="281"/>
        </pc:sldMkLst>
        <pc:spChg chg="mod">
          <ac:chgData name="MBEUTOUM NYA Michele Christine DO/DOIDF" userId="233c9d46-0c97-4eec-92a6-1ba42ff59991" providerId="ADAL" clId="{A0F6B9B1-EB31-4D6D-B7D3-10BC8788F61C}" dt="2025-08-21T10:05:11.046" v="4060" actId="20577"/>
          <ac:spMkLst>
            <pc:docMk/>
            <pc:sldMk cId="1823100946" sldId="281"/>
            <ac:spMk id="71" creationId="{00000000-0000-0000-0000-000000000000}"/>
          </ac:spMkLst>
        </pc:spChg>
        <pc:spChg chg="mod">
          <ac:chgData name="MBEUTOUM NYA Michele Christine DO/DOIDF" userId="233c9d46-0c97-4eec-92a6-1ba42ff59991" providerId="ADAL" clId="{A0F6B9B1-EB31-4D6D-B7D3-10BC8788F61C}" dt="2025-08-21T09:50:04.531" v="3792" actId="20577"/>
          <ac:spMkLst>
            <pc:docMk/>
            <pc:sldMk cId="1823100946" sldId="281"/>
            <ac:spMk id="73" creationId="{00000000-0000-0000-0000-000000000000}"/>
          </ac:spMkLst>
        </pc:spChg>
        <pc:picChg chg="add mod">
          <ac:chgData name="MBEUTOUM NYA Michele Christine DO/DOIDF" userId="233c9d46-0c97-4eec-92a6-1ba42ff59991" providerId="ADAL" clId="{A0F6B9B1-EB31-4D6D-B7D3-10BC8788F61C}" dt="2025-08-21T10:06:29.819" v="4061" actId="14100"/>
          <ac:picMkLst>
            <pc:docMk/>
            <pc:sldMk cId="1823100946" sldId="281"/>
            <ac:picMk id="3" creationId="{3396D89F-22FC-4529-38D9-0824E9E45B80}"/>
          </ac:picMkLst>
        </pc:picChg>
        <pc:picChg chg="del">
          <ac:chgData name="MBEUTOUM NYA Michele Christine DO/DOIDF" userId="233c9d46-0c97-4eec-92a6-1ba42ff59991" providerId="ADAL" clId="{A0F6B9B1-EB31-4D6D-B7D3-10BC8788F61C}" dt="2025-08-21T09:50:27.708" v="3793" actId="478"/>
          <ac:picMkLst>
            <pc:docMk/>
            <pc:sldMk cId="1823100946" sldId="281"/>
            <ac:picMk id="4" creationId="{8A924999-5BAC-500A-18C2-24CC2ABAC40A}"/>
          </ac:picMkLst>
        </pc:picChg>
      </pc:sldChg>
      <pc:sldChg chg="addSp delSp modSp add mod">
        <pc:chgData name="MBEUTOUM NYA Michele Christine DO/DOIDF" userId="233c9d46-0c97-4eec-92a6-1ba42ff59991" providerId="ADAL" clId="{A0F6B9B1-EB31-4D6D-B7D3-10BC8788F61C}" dt="2025-08-22T12:02:49.571" v="6910" actId="14100"/>
        <pc:sldMkLst>
          <pc:docMk/>
          <pc:sldMk cId="3403525383" sldId="281"/>
        </pc:sldMkLst>
        <pc:spChg chg="mod">
          <ac:chgData name="MBEUTOUM NYA Michele Christine DO/DOIDF" userId="233c9d46-0c97-4eec-92a6-1ba42ff59991" providerId="ADAL" clId="{A0F6B9B1-EB31-4D6D-B7D3-10BC8788F61C}" dt="2025-08-21T12:46:04.001" v="5420" actId="20577"/>
          <ac:spMkLst>
            <pc:docMk/>
            <pc:sldMk cId="3403525383" sldId="281"/>
            <ac:spMk id="10" creationId="{0FB00BC4-0BE9-7702-F1C2-523D2E432F26}"/>
          </ac:spMkLst>
        </pc:spChg>
        <pc:spChg chg="mod">
          <ac:chgData name="MBEUTOUM NYA Michele Christine DO/DOIDF" userId="233c9d46-0c97-4eec-92a6-1ba42ff59991" providerId="ADAL" clId="{A0F6B9B1-EB31-4D6D-B7D3-10BC8788F61C}" dt="2025-08-22T11:58:21.820" v="6902" actId="207"/>
          <ac:spMkLst>
            <pc:docMk/>
            <pc:sldMk cId="3403525383" sldId="281"/>
            <ac:spMk id="87" creationId="{00000000-0000-0000-0000-000000000000}"/>
          </ac:spMkLst>
        </pc:spChg>
        <pc:spChg chg="mod">
          <ac:chgData name="MBEUTOUM NYA Michele Christine DO/DOIDF" userId="233c9d46-0c97-4eec-92a6-1ba42ff59991" providerId="ADAL" clId="{A0F6B9B1-EB31-4D6D-B7D3-10BC8788F61C}" dt="2025-08-21T12:16:11.040" v="5096" actId="20577"/>
          <ac:spMkLst>
            <pc:docMk/>
            <pc:sldMk cId="3403525383" sldId="281"/>
            <ac:spMk id="90" creationId="{00000000-0000-0000-0000-000000000000}"/>
          </ac:spMkLst>
        </pc:spChg>
        <pc:picChg chg="add del mod">
          <ac:chgData name="MBEUTOUM NYA Michele Christine DO/DOIDF" userId="233c9d46-0c97-4eec-92a6-1ba42ff59991" providerId="ADAL" clId="{A0F6B9B1-EB31-4D6D-B7D3-10BC8788F61C}" dt="2025-08-21T12:17:24.006" v="5102" actId="478"/>
          <ac:picMkLst>
            <pc:docMk/>
            <pc:sldMk cId="3403525383" sldId="281"/>
            <ac:picMk id="4" creationId="{CA50C454-574C-970E-AD0E-86C09A6E5462}"/>
          </ac:picMkLst>
        </pc:picChg>
        <pc:picChg chg="del">
          <ac:chgData name="MBEUTOUM NYA Michele Christine DO/DOIDF" userId="233c9d46-0c97-4eec-92a6-1ba42ff59991" providerId="ADAL" clId="{A0F6B9B1-EB31-4D6D-B7D3-10BC8788F61C}" dt="2025-08-21T12:16:44.623" v="5097" actId="478"/>
          <ac:picMkLst>
            <pc:docMk/>
            <pc:sldMk cId="3403525383" sldId="281"/>
            <ac:picMk id="6" creationId="{DA5D1B03-3E5E-BCBC-6A36-009022D433F1}"/>
          </ac:picMkLst>
        </pc:picChg>
        <pc:picChg chg="add del mod">
          <ac:chgData name="MBEUTOUM NYA Michele Christine DO/DOIDF" userId="233c9d46-0c97-4eec-92a6-1ba42ff59991" providerId="ADAL" clId="{A0F6B9B1-EB31-4D6D-B7D3-10BC8788F61C}" dt="2025-08-21T12:31:54.804" v="5107" actId="478"/>
          <ac:picMkLst>
            <pc:docMk/>
            <pc:sldMk cId="3403525383" sldId="281"/>
            <ac:picMk id="7" creationId="{275797F1-8A39-161C-E8A4-9DBD11B2BD57}"/>
          </ac:picMkLst>
        </pc:picChg>
        <pc:picChg chg="del mod">
          <ac:chgData name="MBEUTOUM NYA Michele Christine DO/DOIDF" userId="233c9d46-0c97-4eec-92a6-1ba42ff59991" providerId="ADAL" clId="{A0F6B9B1-EB31-4D6D-B7D3-10BC8788F61C}" dt="2025-08-21T12:16:52.198" v="5101" actId="478"/>
          <ac:picMkLst>
            <pc:docMk/>
            <pc:sldMk cId="3403525383" sldId="281"/>
            <ac:picMk id="9" creationId="{13516ADE-27E7-742B-5F30-59260360D14A}"/>
          </ac:picMkLst>
        </pc:picChg>
        <pc:picChg chg="add mod">
          <ac:chgData name="MBEUTOUM NYA Michele Christine DO/DOIDF" userId="233c9d46-0c97-4eec-92a6-1ba42ff59991" providerId="ADAL" clId="{A0F6B9B1-EB31-4D6D-B7D3-10BC8788F61C}" dt="2025-08-22T12:02:49.571" v="6910" actId="14100"/>
          <ac:picMkLst>
            <pc:docMk/>
            <pc:sldMk cId="3403525383" sldId="281"/>
            <ac:picMk id="11" creationId="{A10E801E-3672-835C-EF2F-086A459548B7}"/>
          </ac:picMkLst>
        </pc:picChg>
        <pc:picChg chg="add mod">
          <ac:chgData name="MBEUTOUM NYA Michele Christine DO/DOIDF" userId="233c9d46-0c97-4eec-92a6-1ba42ff59991" providerId="ADAL" clId="{A0F6B9B1-EB31-4D6D-B7D3-10BC8788F61C}" dt="2025-08-21T12:32:54.956" v="5115" actId="1076"/>
          <ac:picMkLst>
            <pc:docMk/>
            <pc:sldMk cId="3403525383" sldId="281"/>
            <ac:picMk id="13" creationId="{77B070A8-50F5-101D-DDF5-647DFF1E9BA1}"/>
          </ac:picMkLst>
        </pc:picChg>
      </pc:sldChg>
      <pc:sldChg chg="addSp delSp modSp add mod">
        <pc:chgData name="MBEUTOUM NYA Michele Christine DO/DOIDF" userId="233c9d46-0c97-4eec-92a6-1ba42ff59991" providerId="ADAL" clId="{A0F6B9B1-EB31-4D6D-B7D3-10BC8788F61C}" dt="2025-08-22T11:58:41.961" v="6903" actId="207"/>
        <pc:sldMkLst>
          <pc:docMk/>
          <pc:sldMk cId="4190080343" sldId="282"/>
        </pc:sldMkLst>
        <pc:spChg chg="add mod">
          <ac:chgData name="MBEUTOUM NYA Michele Christine DO/DOIDF" userId="233c9d46-0c97-4eec-92a6-1ba42ff59991" providerId="ADAL" clId="{A0F6B9B1-EB31-4D6D-B7D3-10BC8788F61C}" dt="2025-08-22T11:13:46.484" v="6202" actId="2711"/>
          <ac:spMkLst>
            <pc:docMk/>
            <pc:sldMk cId="4190080343" sldId="282"/>
            <ac:spMk id="3" creationId="{0FB00BC4-0BE9-7702-F1C2-523D2E432F26}"/>
          </ac:spMkLst>
        </pc:spChg>
        <pc:spChg chg="add del mod">
          <ac:chgData name="MBEUTOUM NYA Michele Christine DO/DOIDF" userId="233c9d46-0c97-4eec-92a6-1ba42ff59991" providerId="ADAL" clId="{A0F6B9B1-EB31-4D6D-B7D3-10BC8788F61C}" dt="2025-08-21T13:47:42.243" v="5921" actId="478"/>
          <ac:spMkLst>
            <pc:docMk/>
            <pc:sldMk cId="4190080343" sldId="282"/>
            <ac:spMk id="6" creationId="{43AD03EA-F111-CC1D-9349-F52E1B1B41E0}"/>
          </ac:spMkLst>
        </pc:spChg>
        <pc:spChg chg="add mod">
          <ac:chgData name="MBEUTOUM NYA Michele Christine DO/DOIDF" userId="233c9d46-0c97-4eec-92a6-1ba42ff59991" providerId="ADAL" clId="{A0F6B9B1-EB31-4D6D-B7D3-10BC8788F61C}" dt="2025-08-22T11:09:47.850" v="6192" actId="14100"/>
          <ac:spMkLst>
            <pc:docMk/>
            <pc:sldMk cId="4190080343" sldId="282"/>
            <ac:spMk id="6" creationId="{D4C19151-074B-4B34-852E-E24A791283EB}"/>
          </ac:spMkLst>
        </pc:spChg>
        <pc:spChg chg="del mod">
          <ac:chgData name="MBEUTOUM NYA Michele Christine DO/DOIDF" userId="233c9d46-0c97-4eec-92a6-1ba42ff59991" providerId="ADAL" clId="{A0F6B9B1-EB31-4D6D-B7D3-10BC8788F61C}" dt="2025-08-22T11:07:17.411" v="6180" actId="478"/>
          <ac:spMkLst>
            <pc:docMk/>
            <pc:sldMk cId="4190080343" sldId="282"/>
            <ac:spMk id="10" creationId="{0FB00BC4-0BE9-7702-F1C2-523D2E432F26}"/>
          </ac:spMkLst>
        </pc:spChg>
        <pc:spChg chg="mod">
          <ac:chgData name="MBEUTOUM NYA Michele Christine DO/DOIDF" userId="233c9d46-0c97-4eec-92a6-1ba42ff59991" providerId="ADAL" clId="{A0F6B9B1-EB31-4D6D-B7D3-10BC8788F61C}" dt="2025-08-22T11:58:41.961" v="6903" actId="207"/>
          <ac:spMkLst>
            <pc:docMk/>
            <pc:sldMk cId="4190080343" sldId="282"/>
            <ac:spMk id="87" creationId="{00000000-0000-0000-0000-000000000000}"/>
          </ac:spMkLst>
        </pc:spChg>
        <pc:spChg chg="mod">
          <ac:chgData name="MBEUTOUM NYA Michele Christine DO/DOIDF" userId="233c9d46-0c97-4eec-92a6-1ba42ff59991" providerId="ADAL" clId="{A0F6B9B1-EB31-4D6D-B7D3-10BC8788F61C}" dt="2025-08-21T13:04:43.833" v="5788" actId="20577"/>
          <ac:spMkLst>
            <pc:docMk/>
            <pc:sldMk cId="4190080343" sldId="282"/>
            <ac:spMk id="90" creationId="{00000000-0000-0000-0000-000000000000}"/>
          </ac:spMkLst>
        </pc:spChg>
        <pc:picChg chg="add del mod">
          <ac:chgData name="MBEUTOUM NYA Michele Christine DO/DOIDF" userId="233c9d46-0c97-4eec-92a6-1ba42ff59991" providerId="ADAL" clId="{A0F6B9B1-EB31-4D6D-B7D3-10BC8788F61C}" dt="2025-08-21T13:47:33.230" v="5917" actId="478"/>
          <ac:picMkLst>
            <pc:docMk/>
            <pc:sldMk cId="4190080343" sldId="282"/>
            <ac:picMk id="4" creationId="{9B2CE7EB-9BFF-2DA8-200C-DEE4B9D15A84}"/>
          </ac:picMkLst>
        </pc:picChg>
        <pc:picChg chg="add mod">
          <ac:chgData name="MBEUTOUM NYA Michele Christine DO/DOIDF" userId="233c9d46-0c97-4eec-92a6-1ba42ff59991" providerId="ADAL" clId="{A0F6B9B1-EB31-4D6D-B7D3-10BC8788F61C}" dt="2025-08-22T11:07:50.168" v="6185" actId="14100"/>
          <ac:picMkLst>
            <pc:docMk/>
            <pc:sldMk cId="4190080343" sldId="282"/>
            <ac:picMk id="5" creationId="{A01C83FB-1334-53C0-4A6D-72D8FD33F994}"/>
          </ac:picMkLst>
        </pc:picChg>
        <pc:picChg chg="add del mod">
          <ac:chgData name="MBEUTOUM NYA Michele Christine DO/DOIDF" userId="233c9d46-0c97-4eec-92a6-1ba42ff59991" providerId="ADAL" clId="{A0F6B9B1-EB31-4D6D-B7D3-10BC8788F61C}" dt="2025-08-22T11:06:39.807" v="6175" actId="21"/>
          <ac:picMkLst>
            <pc:docMk/>
            <pc:sldMk cId="4190080343" sldId="282"/>
            <ac:picMk id="8" creationId="{C224F207-CF32-876A-F22D-DA750591C23A}"/>
          </ac:picMkLst>
        </pc:picChg>
        <pc:picChg chg="del">
          <ac:chgData name="MBEUTOUM NYA Michele Christine DO/DOIDF" userId="233c9d46-0c97-4eec-92a6-1ba42ff59991" providerId="ADAL" clId="{A0F6B9B1-EB31-4D6D-B7D3-10BC8788F61C}" dt="2025-08-21T12:52:43.169" v="5461" actId="478"/>
          <ac:picMkLst>
            <pc:docMk/>
            <pc:sldMk cId="4190080343" sldId="282"/>
            <ac:picMk id="11" creationId="{A10E801E-3672-835C-EF2F-086A459548B7}"/>
          </ac:picMkLst>
        </pc:picChg>
        <pc:picChg chg="add del mod">
          <ac:chgData name="MBEUTOUM NYA Michele Christine DO/DOIDF" userId="233c9d46-0c97-4eec-92a6-1ba42ff59991" providerId="ADAL" clId="{A0F6B9B1-EB31-4D6D-B7D3-10BC8788F61C}" dt="2025-08-22T11:03:21.906" v="6169" actId="21"/>
          <ac:picMkLst>
            <pc:docMk/>
            <pc:sldMk cId="4190080343" sldId="282"/>
            <ac:picMk id="12" creationId="{59F57E6B-072A-3996-2DE6-E679A7447F7C}"/>
          </ac:picMkLst>
        </pc:picChg>
        <pc:picChg chg="del">
          <ac:chgData name="MBEUTOUM NYA Michele Christine DO/DOIDF" userId="233c9d46-0c97-4eec-92a6-1ba42ff59991" providerId="ADAL" clId="{A0F6B9B1-EB31-4D6D-B7D3-10BC8788F61C}" dt="2025-08-21T12:54:13.141" v="5465" actId="478"/>
          <ac:picMkLst>
            <pc:docMk/>
            <pc:sldMk cId="4190080343" sldId="282"/>
            <ac:picMk id="13" creationId="{77B070A8-50F5-101D-DDF5-647DFF1E9BA1}"/>
          </ac:picMkLst>
        </pc:picChg>
      </pc:sldChg>
      <pc:sldChg chg="addSp delSp modSp add mod">
        <pc:chgData name="MBEUTOUM NYA Michele Christine DO/DOIDF" userId="233c9d46-0c97-4eec-92a6-1ba42ff59991" providerId="ADAL" clId="{A0F6B9B1-EB31-4D6D-B7D3-10BC8788F61C}" dt="2025-08-22T12:03:02.476" v="6911" actId="14100"/>
        <pc:sldMkLst>
          <pc:docMk/>
          <pc:sldMk cId="3614276830" sldId="283"/>
        </pc:sldMkLst>
        <pc:spChg chg="mod">
          <ac:chgData name="MBEUTOUM NYA Michele Christine DO/DOIDF" userId="233c9d46-0c97-4eec-92a6-1ba42ff59991" providerId="ADAL" clId="{A0F6B9B1-EB31-4D6D-B7D3-10BC8788F61C}" dt="2025-08-21T13:37:58.190" v="5795"/>
          <ac:spMkLst>
            <pc:docMk/>
            <pc:sldMk cId="3614276830" sldId="283"/>
            <ac:spMk id="6" creationId="{43AD03EA-F111-CC1D-9349-F52E1B1B41E0}"/>
          </ac:spMkLst>
        </pc:spChg>
        <pc:spChg chg="mod">
          <ac:chgData name="MBEUTOUM NYA Michele Christine DO/DOIDF" userId="233c9d46-0c97-4eec-92a6-1ba42ff59991" providerId="ADAL" clId="{A0F6B9B1-EB31-4D6D-B7D3-10BC8788F61C}" dt="2025-08-21T13:44:15.652" v="5885" actId="20577"/>
          <ac:spMkLst>
            <pc:docMk/>
            <pc:sldMk cId="3614276830" sldId="283"/>
            <ac:spMk id="10" creationId="{0FB00BC4-0BE9-7702-F1C2-523D2E432F26}"/>
          </ac:spMkLst>
        </pc:spChg>
        <pc:spChg chg="mod">
          <ac:chgData name="MBEUTOUM NYA Michele Christine DO/DOIDF" userId="233c9d46-0c97-4eec-92a6-1ba42ff59991" providerId="ADAL" clId="{A0F6B9B1-EB31-4D6D-B7D3-10BC8788F61C}" dt="2025-08-22T11:58:53.449" v="6904" actId="207"/>
          <ac:spMkLst>
            <pc:docMk/>
            <pc:sldMk cId="3614276830" sldId="283"/>
            <ac:spMk id="87" creationId="{00000000-0000-0000-0000-000000000000}"/>
          </ac:spMkLst>
        </pc:spChg>
        <pc:spChg chg="mod">
          <ac:chgData name="MBEUTOUM NYA Michele Christine DO/DOIDF" userId="233c9d46-0c97-4eec-92a6-1ba42ff59991" providerId="ADAL" clId="{A0F6B9B1-EB31-4D6D-B7D3-10BC8788F61C}" dt="2025-08-21T13:45:36.349" v="5887" actId="20577"/>
          <ac:spMkLst>
            <pc:docMk/>
            <pc:sldMk cId="3614276830" sldId="283"/>
            <ac:spMk id="90" creationId="{00000000-0000-0000-0000-000000000000}"/>
          </ac:spMkLst>
        </pc:spChg>
        <pc:picChg chg="del">
          <ac:chgData name="MBEUTOUM NYA Michele Christine DO/DOIDF" userId="233c9d46-0c97-4eec-92a6-1ba42ff59991" providerId="ADAL" clId="{A0F6B9B1-EB31-4D6D-B7D3-10BC8788F61C}" dt="2025-08-21T13:36:48.386" v="5789" actId="478"/>
          <ac:picMkLst>
            <pc:docMk/>
            <pc:sldMk cId="3614276830" sldId="283"/>
            <ac:picMk id="4" creationId="{9B2CE7EB-9BFF-2DA8-200C-DEE4B9D15A84}"/>
          </ac:picMkLst>
        </pc:picChg>
        <pc:picChg chg="add mod">
          <ac:chgData name="MBEUTOUM NYA Michele Christine DO/DOIDF" userId="233c9d46-0c97-4eec-92a6-1ba42ff59991" providerId="ADAL" clId="{A0F6B9B1-EB31-4D6D-B7D3-10BC8788F61C}" dt="2025-08-22T12:03:02.476" v="6911" actId="14100"/>
          <ac:picMkLst>
            <pc:docMk/>
            <pc:sldMk cId="3614276830" sldId="283"/>
            <ac:picMk id="5" creationId="{6DE196EB-35BC-84D8-8592-FC5323F125D2}"/>
          </ac:picMkLst>
        </pc:picChg>
      </pc:sldChg>
      <pc:sldChg chg="addSp delSp modSp add mod">
        <pc:chgData name="MBEUTOUM NYA Michele Christine DO/DOIDF" userId="233c9d46-0c97-4eec-92a6-1ba42ff59991" providerId="ADAL" clId="{A0F6B9B1-EB31-4D6D-B7D3-10BC8788F61C}" dt="2025-09-05T15:24:09.156" v="7023" actId="1076"/>
        <pc:sldMkLst>
          <pc:docMk/>
          <pc:sldMk cId="2298226887" sldId="284"/>
        </pc:sldMkLst>
        <pc:spChg chg="add mod">
          <ac:chgData name="MBEUTOUM NYA Michele Christine DO/DOIDF" userId="233c9d46-0c97-4eec-92a6-1ba42ff59991" providerId="ADAL" clId="{A0F6B9B1-EB31-4D6D-B7D3-10BC8788F61C}" dt="2025-09-05T15:23:34.119" v="7020" actId="20577"/>
          <ac:spMkLst>
            <pc:docMk/>
            <pc:sldMk cId="2298226887" sldId="284"/>
            <ac:spMk id="3" creationId="{706F8834-FC33-4395-700B-6C9E8EA65C5B}"/>
          </ac:spMkLst>
        </pc:spChg>
        <pc:spChg chg="del mod">
          <ac:chgData name="MBEUTOUM NYA Michele Christine DO/DOIDF" userId="233c9d46-0c97-4eec-92a6-1ba42ff59991" providerId="ADAL" clId="{A0F6B9B1-EB31-4D6D-B7D3-10BC8788F61C}" dt="2025-08-22T11:03:35.620" v="6173" actId="21"/>
          <ac:spMkLst>
            <pc:docMk/>
            <pc:sldMk cId="2298226887" sldId="284"/>
            <ac:spMk id="6" creationId="{43AD03EA-F111-CC1D-9349-F52E1B1B41E0}"/>
          </ac:spMkLst>
        </pc:spChg>
        <pc:spChg chg="del mod">
          <ac:chgData name="MBEUTOUM NYA Michele Christine DO/DOIDF" userId="233c9d46-0c97-4eec-92a6-1ba42ff59991" providerId="ADAL" clId="{A0F6B9B1-EB31-4D6D-B7D3-10BC8788F61C}" dt="2025-08-22T11:07:02.333" v="6178" actId="21"/>
          <ac:spMkLst>
            <pc:docMk/>
            <pc:sldMk cId="2298226887" sldId="284"/>
            <ac:spMk id="10" creationId="{0FB00BC4-0BE9-7702-F1C2-523D2E432F26}"/>
          </ac:spMkLst>
        </pc:spChg>
        <pc:spChg chg="mod">
          <ac:chgData name="MBEUTOUM NYA Michele Christine DO/DOIDF" userId="233c9d46-0c97-4eec-92a6-1ba42ff59991" providerId="ADAL" clId="{A0F6B9B1-EB31-4D6D-B7D3-10BC8788F61C}" dt="2025-08-22T12:00:24.180" v="6905" actId="207"/>
          <ac:spMkLst>
            <pc:docMk/>
            <pc:sldMk cId="2298226887" sldId="284"/>
            <ac:spMk id="87" creationId="{00000000-0000-0000-0000-000000000000}"/>
          </ac:spMkLst>
        </pc:spChg>
        <pc:spChg chg="mod">
          <ac:chgData name="MBEUTOUM NYA Michele Christine DO/DOIDF" userId="233c9d46-0c97-4eec-92a6-1ba42ff59991" providerId="ADAL" clId="{A0F6B9B1-EB31-4D6D-B7D3-10BC8788F61C}" dt="2025-08-21T13:45:55.971" v="5916" actId="20577"/>
          <ac:spMkLst>
            <pc:docMk/>
            <pc:sldMk cId="2298226887" sldId="284"/>
            <ac:spMk id="90" creationId="{00000000-0000-0000-0000-000000000000}"/>
          </ac:spMkLst>
        </pc:spChg>
        <pc:picChg chg="add mod">
          <ac:chgData name="MBEUTOUM NYA Michele Christine DO/DOIDF" userId="233c9d46-0c97-4eec-92a6-1ba42ff59991" providerId="ADAL" clId="{A0F6B9B1-EB31-4D6D-B7D3-10BC8788F61C}" dt="2025-09-05T15:24:09.156" v="7023" actId="1076"/>
          <ac:picMkLst>
            <pc:docMk/>
            <pc:sldMk cId="2298226887" sldId="284"/>
            <ac:picMk id="5" creationId="{23709750-5EFB-4157-C9FB-AC8BCF29BEDF}"/>
          </ac:picMkLst>
        </pc:picChg>
        <pc:picChg chg="del">
          <ac:chgData name="MBEUTOUM NYA Michele Christine DO/DOIDF" userId="233c9d46-0c97-4eec-92a6-1ba42ff59991" providerId="ADAL" clId="{A0F6B9B1-EB31-4D6D-B7D3-10BC8788F61C}" dt="2025-08-22T11:06:36.538" v="6174" actId="478"/>
          <ac:picMkLst>
            <pc:docMk/>
            <pc:sldMk cId="2298226887" sldId="284"/>
            <ac:picMk id="5" creationId="{6DE196EB-35BC-84D8-8592-FC5323F125D2}"/>
          </ac:picMkLst>
        </pc:picChg>
        <pc:picChg chg="add mod">
          <ac:chgData name="MBEUTOUM NYA Michele Christine DO/DOIDF" userId="233c9d46-0c97-4eec-92a6-1ba42ff59991" providerId="ADAL" clId="{A0F6B9B1-EB31-4D6D-B7D3-10BC8788F61C}" dt="2025-08-22T12:03:14.854" v="6912" actId="14100"/>
          <ac:picMkLst>
            <pc:docMk/>
            <pc:sldMk cId="2298226887" sldId="284"/>
            <ac:picMk id="8" creationId="{C224F207-CF32-876A-F22D-DA750591C23A}"/>
          </ac:picMkLst>
        </pc:picChg>
        <pc:picChg chg="add del mod">
          <ac:chgData name="MBEUTOUM NYA Michele Christine DO/DOIDF" userId="233c9d46-0c97-4eec-92a6-1ba42ff59991" providerId="ADAL" clId="{A0F6B9B1-EB31-4D6D-B7D3-10BC8788F61C}" dt="2025-09-05T15:23:42.589" v="7021" actId="478"/>
          <ac:picMkLst>
            <pc:docMk/>
            <pc:sldMk cId="2298226887" sldId="284"/>
            <ac:picMk id="12" creationId="{59F57E6B-072A-3996-2DE6-E679A7447F7C}"/>
          </ac:picMkLst>
        </pc:picChg>
      </pc:sldChg>
      <pc:sldChg chg="modSp add mod">
        <pc:chgData name="MBEUTOUM NYA Michele Christine DO/DOIDF" userId="233c9d46-0c97-4eec-92a6-1ba42ff59991" providerId="ADAL" clId="{A0F6B9B1-EB31-4D6D-B7D3-10BC8788F61C}" dt="2025-08-22T11:54:52.229" v="6891" actId="207"/>
        <pc:sldMkLst>
          <pc:docMk/>
          <pc:sldMk cId="906739391" sldId="285"/>
        </pc:sldMkLst>
        <pc:spChg chg="mod">
          <ac:chgData name="MBEUTOUM NYA Michele Christine DO/DOIDF" userId="233c9d46-0c97-4eec-92a6-1ba42ff59991" providerId="ADAL" clId="{A0F6B9B1-EB31-4D6D-B7D3-10BC8788F61C}" dt="2025-08-22T11:43:46.687" v="6881" actId="20577"/>
          <ac:spMkLst>
            <pc:docMk/>
            <pc:sldMk cId="906739391" sldId="285"/>
            <ac:spMk id="63" creationId="{00000000-0000-0000-0000-000000000000}"/>
          </ac:spMkLst>
        </pc:spChg>
        <pc:spChg chg="mod">
          <ac:chgData name="MBEUTOUM NYA Michele Christine DO/DOIDF" userId="233c9d46-0c97-4eec-92a6-1ba42ff59991" providerId="ADAL" clId="{A0F6B9B1-EB31-4D6D-B7D3-10BC8788F61C}" dt="2025-08-22T11:54:52.229" v="6891" actId="207"/>
          <ac:spMkLst>
            <pc:docMk/>
            <pc:sldMk cId="906739391" sldId="285"/>
            <ac:spMk id="64" creationId="{00000000-0000-0000-0000-000000000000}"/>
          </ac:spMkLst>
        </pc:spChg>
        <pc:spChg chg="mod">
          <ac:chgData name="MBEUTOUM NYA Michele Christine DO/DOIDF" userId="233c9d46-0c97-4eec-92a6-1ba42ff59991" providerId="ADAL" clId="{A0F6B9B1-EB31-4D6D-B7D3-10BC8788F61C}" dt="2025-08-22T11:54:40.737" v="6890" actId="108"/>
          <ac:spMkLst>
            <pc:docMk/>
            <pc:sldMk cId="906739391" sldId="285"/>
            <ac:spMk id="65" creationId="{00000000-0000-0000-0000-000000000000}"/>
          </ac:spMkLst>
        </pc:spChg>
      </pc:sldChg>
      <pc:sldMasterChg chg="addSp">
        <pc:chgData name="MBEUTOUM NYA Michele Christine DO/DOIDF" userId="233c9d46-0c97-4eec-92a6-1ba42ff59991" providerId="ADAL" clId="{A0F6B9B1-EB31-4D6D-B7D3-10BC8788F61C}" dt="2025-08-21T14:25:24.368" v="6121"/>
        <pc:sldMasterMkLst>
          <pc:docMk/>
          <pc:sldMasterMk cId="1496867541" sldId="2147483973"/>
        </pc:sldMasterMkLst>
        <pc:spChg chg="add">
          <ac:chgData name="MBEUTOUM NYA Michele Christine DO/DOIDF" userId="233c9d46-0c97-4eec-92a6-1ba42ff59991" providerId="ADAL" clId="{A0F6B9B1-EB31-4D6D-B7D3-10BC8788F61C}" dt="2025-08-21T14:25:24.368" v="6121"/>
          <ac:spMkLst>
            <pc:docMk/>
            <pc:sldMasterMk cId="1496867541" sldId="2147483973"/>
            <ac:spMk id="13" creationId="{0B8981F0-F0D0-7048-0D49-32556C843BCA}"/>
          </ac:spMkLst>
        </pc:spChg>
      </pc:sldMasterChg>
      <pc:sldMasterChg chg="addSp">
        <pc:chgData name="MBEUTOUM NYA Michele Christine DO/DOIDF" userId="233c9d46-0c97-4eec-92a6-1ba42ff59991" providerId="ADAL" clId="{A0F6B9B1-EB31-4D6D-B7D3-10BC8788F61C}" dt="2025-08-21T14:25:28.706" v="6122"/>
        <pc:sldMasterMkLst>
          <pc:docMk/>
          <pc:sldMasterMk cId="2281996635" sldId="2147483992"/>
        </pc:sldMasterMkLst>
        <pc:spChg chg="add">
          <ac:chgData name="MBEUTOUM NYA Michele Christine DO/DOIDF" userId="233c9d46-0c97-4eec-92a6-1ba42ff59991" providerId="ADAL" clId="{A0F6B9B1-EB31-4D6D-B7D3-10BC8788F61C}" dt="2025-08-21T14:25:28.706" v="6122"/>
          <ac:spMkLst>
            <pc:docMk/>
            <pc:sldMasterMk cId="2281996635" sldId="2147483992"/>
            <ac:spMk id="8" creationId="{E62AA439-8DC4-DF5E-997E-35516DE0440A}"/>
          </ac:spMkLst>
        </pc:spChg>
      </pc:sldMasterChg>
      <pc:sldMasterChg chg="addSp">
        <pc:chgData name="MBEUTOUM NYA Michele Christine DO/DOIDF" userId="233c9d46-0c97-4eec-92a6-1ba42ff59991" providerId="ADAL" clId="{A0F6B9B1-EB31-4D6D-B7D3-10BC8788F61C}" dt="2025-08-21T14:25:35.383" v="6123"/>
        <pc:sldMasterMkLst>
          <pc:docMk/>
          <pc:sldMasterMk cId="4197172423" sldId="2147484010"/>
        </pc:sldMasterMkLst>
        <pc:spChg chg="add">
          <ac:chgData name="MBEUTOUM NYA Michele Christine DO/DOIDF" userId="233c9d46-0c97-4eec-92a6-1ba42ff59991" providerId="ADAL" clId="{A0F6B9B1-EB31-4D6D-B7D3-10BC8788F61C}" dt="2025-08-21T14:25:35.383" v="6123"/>
          <ac:spMkLst>
            <pc:docMk/>
            <pc:sldMasterMk cId="4197172423" sldId="2147484010"/>
            <ac:spMk id="7" creationId="{09F68A41-7213-3C33-4B32-1777BFA4B90C}"/>
          </ac:spMkLst>
        </pc:spChg>
      </pc:sldMasterChg>
      <pc:sldMasterChg chg="addSp">
        <pc:chgData name="MBEUTOUM NYA Michele Christine DO/DOIDF" userId="233c9d46-0c97-4eec-92a6-1ba42ff59991" providerId="ADAL" clId="{A0F6B9B1-EB31-4D6D-B7D3-10BC8788F61C}" dt="2025-08-21T14:25:40.202" v="6124"/>
        <pc:sldMasterMkLst>
          <pc:docMk/>
          <pc:sldMasterMk cId="4128496740" sldId="2147484023"/>
        </pc:sldMasterMkLst>
        <pc:spChg chg="add">
          <ac:chgData name="MBEUTOUM NYA Michele Christine DO/DOIDF" userId="233c9d46-0c97-4eec-92a6-1ba42ff59991" providerId="ADAL" clId="{A0F6B9B1-EB31-4D6D-B7D3-10BC8788F61C}" dt="2025-08-21T14:25:40.202" v="6124"/>
          <ac:spMkLst>
            <pc:docMk/>
            <pc:sldMasterMk cId="4128496740" sldId="2147484023"/>
            <ac:spMk id="12" creationId="{29447188-3AE2-FB7C-D315-C719F58EE46F}"/>
          </ac:spMkLst>
        </pc:spChg>
      </pc:sldMasterChg>
      <pc:sldMasterChg chg="addSp">
        <pc:chgData name="MBEUTOUM NYA Michele Christine DO/DOIDF" userId="233c9d46-0c97-4eec-92a6-1ba42ff59991" providerId="ADAL" clId="{A0F6B9B1-EB31-4D6D-B7D3-10BC8788F61C}" dt="2025-08-21T14:25:50.868" v="6125"/>
        <pc:sldMasterMkLst>
          <pc:docMk/>
          <pc:sldMasterMk cId="3925244649" sldId="2147484042"/>
        </pc:sldMasterMkLst>
        <pc:spChg chg="add">
          <ac:chgData name="MBEUTOUM NYA Michele Christine DO/DOIDF" userId="233c9d46-0c97-4eec-92a6-1ba42ff59991" providerId="ADAL" clId="{A0F6B9B1-EB31-4D6D-B7D3-10BC8788F61C}" dt="2025-08-21T14:25:50.868" v="6125"/>
          <ac:spMkLst>
            <pc:docMk/>
            <pc:sldMasterMk cId="3925244649" sldId="2147484042"/>
            <ac:spMk id="9" creationId="{82B9131E-96C0-9818-8E98-A90AA8DDADF5}"/>
          </ac:spMkLst>
        </pc:spChg>
      </pc:sldMasterChg>
      <pc:sldMasterChg chg="addSp">
        <pc:chgData name="MBEUTOUM NYA Michele Christine DO/DOIDF" userId="233c9d46-0c97-4eec-92a6-1ba42ff59991" providerId="ADAL" clId="{A0F6B9B1-EB31-4D6D-B7D3-10BC8788F61C}" dt="2025-08-21T14:25:52.210" v="6126"/>
        <pc:sldMasterMkLst>
          <pc:docMk/>
          <pc:sldMasterMk cId="4192373526" sldId="2147484055"/>
        </pc:sldMasterMkLst>
        <pc:spChg chg="add">
          <ac:chgData name="MBEUTOUM NYA Michele Christine DO/DOIDF" userId="233c9d46-0c97-4eec-92a6-1ba42ff59991" providerId="ADAL" clId="{A0F6B9B1-EB31-4D6D-B7D3-10BC8788F61C}" dt="2025-08-21T14:25:52.210" v="6126"/>
          <ac:spMkLst>
            <pc:docMk/>
            <pc:sldMasterMk cId="4192373526" sldId="2147484055"/>
            <ac:spMk id="8" creationId="{E1F4EE63-6E91-A252-B15E-40D45C3559B3}"/>
          </ac:spMkLst>
        </pc:spChg>
      </pc:sldMasterChg>
      <pc:sldMasterChg chg="addSp">
        <pc:chgData name="MBEUTOUM NYA Michele Christine DO/DOIDF" userId="233c9d46-0c97-4eec-92a6-1ba42ff59991" providerId="ADAL" clId="{A0F6B9B1-EB31-4D6D-B7D3-10BC8788F61C}" dt="2025-08-21T14:25:54.176" v="6127"/>
        <pc:sldMasterMkLst>
          <pc:docMk/>
          <pc:sldMasterMk cId="2278195484" sldId="2147484068"/>
        </pc:sldMasterMkLst>
        <pc:spChg chg="add">
          <ac:chgData name="MBEUTOUM NYA Michele Christine DO/DOIDF" userId="233c9d46-0c97-4eec-92a6-1ba42ff59991" providerId="ADAL" clId="{A0F6B9B1-EB31-4D6D-B7D3-10BC8788F61C}" dt="2025-08-21T14:25:54.176" v="6127"/>
          <ac:spMkLst>
            <pc:docMk/>
            <pc:sldMasterMk cId="2278195484" sldId="2147484068"/>
            <ac:spMk id="11" creationId="{5358593B-5E27-C5E5-E047-49E9396A4AB6}"/>
          </ac:spMkLst>
        </pc:spChg>
      </pc:sldMasterChg>
      <pc:sldMasterChg chg="addSp">
        <pc:chgData name="MBEUTOUM NYA Michele Christine DO/DOIDF" userId="233c9d46-0c97-4eec-92a6-1ba42ff59991" providerId="ADAL" clId="{A0F6B9B1-EB31-4D6D-B7D3-10BC8788F61C}" dt="2025-08-21T14:25:55.451" v="6128"/>
        <pc:sldMasterMkLst>
          <pc:docMk/>
          <pc:sldMasterMk cId="2101967434" sldId="2147484087"/>
        </pc:sldMasterMkLst>
        <pc:spChg chg="add">
          <ac:chgData name="MBEUTOUM NYA Michele Christine DO/DOIDF" userId="233c9d46-0c97-4eec-92a6-1ba42ff59991" providerId="ADAL" clId="{A0F6B9B1-EB31-4D6D-B7D3-10BC8788F61C}" dt="2025-08-21T14:25:55.451" v="6128"/>
          <ac:spMkLst>
            <pc:docMk/>
            <pc:sldMasterMk cId="2101967434" sldId="2147484087"/>
            <ac:spMk id="12" creationId="{35CCE6AF-CFFC-02CC-A49E-9BE52C760862}"/>
          </ac:spMkLst>
        </pc:spChg>
      </pc:sldMasterChg>
      <pc:sldMasterChg chg="addSp">
        <pc:chgData name="MBEUTOUM NYA Michele Christine DO/DOIDF" userId="233c9d46-0c97-4eec-92a6-1ba42ff59991" providerId="ADAL" clId="{A0F6B9B1-EB31-4D6D-B7D3-10BC8788F61C}" dt="2025-08-21T14:25:56.968" v="6129"/>
        <pc:sldMasterMkLst>
          <pc:docMk/>
          <pc:sldMasterMk cId="3820635929" sldId="2147484106"/>
        </pc:sldMasterMkLst>
        <pc:spChg chg="add">
          <ac:chgData name="MBEUTOUM NYA Michele Christine DO/DOIDF" userId="233c9d46-0c97-4eec-92a6-1ba42ff59991" providerId="ADAL" clId="{A0F6B9B1-EB31-4D6D-B7D3-10BC8788F61C}" dt="2025-08-21T14:25:56.968" v="6129"/>
          <ac:spMkLst>
            <pc:docMk/>
            <pc:sldMasterMk cId="3820635929" sldId="2147484106"/>
            <ac:spMk id="8" creationId="{FB1A2A89-B1CF-375C-93B4-D6F4E59F4065}"/>
          </ac:spMkLst>
        </pc:spChg>
      </pc:sldMasterChg>
      <pc:sldMasterChg chg="addSp">
        <pc:chgData name="MBEUTOUM NYA Michele Christine DO/DOIDF" userId="233c9d46-0c97-4eec-92a6-1ba42ff59991" providerId="ADAL" clId="{A0F6B9B1-EB31-4D6D-B7D3-10BC8788F61C}" dt="2025-08-21T14:25:57.775" v="6130"/>
        <pc:sldMasterMkLst>
          <pc:docMk/>
          <pc:sldMasterMk cId="938406776" sldId="2147484119"/>
        </pc:sldMasterMkLst>
        <pc:spChg chg="add">
          <ac:chgData name="MBEUTOUM NYA Michele Christine DO/DOIDF" userId="233c9d46-0c97-4eec-92a6-1ba42ff59991" providerId="ADAL" clId="{A0F6B9B1-EB31-4D6D-B7D3-10BC8788F61C}" dt="2025-08-21T14:25:57.775" v="6130"/>
          <ac:spMkLst>
            <pc:docMk/>
            <pc:sldMasterMk cId="938406776" sldId="2147484119"/>
            <ac:spMk id="9" creationId="{B62FA1C2-7DFB-D594-37B8-E49754DD4BEE}"/>
          </ac:spMkLst>
        </pc:spChg>
      </pc:sldMasterChg>
      <pc:sldMasterChg chg="addSp">
        <pc:chgData name="MBEUTOUM NYA Michele Christine DO/DOIDF" userId="233c9d46-0c97-4eec-92a6-1ba42ff59991" providerId="ADAL" clId="{A0F6B9B1-EB31-4D6D-B7D3-10BC8788F61C}" dt="2025-08-21T14:25:59.748" v="6131"/>
        <pc:sldMasterMkLst>
          <pc:docMk/>
          <pc:sldMasterMk cId="2090104664" sldId="2147484138"/>
        </pc:sldMasterMkLst>
        <pc:spChg chg="add">
          <ac:chgData name="MBEUTOUM NYA Michele Christine DO/DOIDF" userId="233c9d46-0c97-4eec-92a6-1ba42ff59991" providerId="ADAL" clId="{A0F6B9B1-EB31-4D6D-B7D3-10BC8788F61C}" dt="2025-08-21T14:25:59.748" v="6131"/>
          <ac:spMkLst>
            <pc:docMk/>
            <pc:sldMasterMk cId="2090104664" sldId="2147484138"/>
            <ac:spMk id="9" creationId="{F512C77F-0C6E-0686-6BD8-42325990D24A}"/>
          </ac:spMkLst>
        </pc:spChg>
      </pc:sldMasterChg>
      <pc:sldMasterChg chg="addSp">
        <pc:chgData name="MBEUTOUM NYA Michele Christine DO/DOIDF" userId="233c9d46-0c97-4eec-92a6-1ba42ff59991" providerId="ADAL" clId="{A0F6B9B1-EB31-4D6D-B7D3-10BC8788F61C}" dt="2025-08-21T14:26:02.968" v="6132"/>
        <pc:sldMasterMkLst>
          <pc:docMk/>
          <pc:sldMasterMk cId="1405474375" sldId="2147484157"/>
        </pc:sldMasterMkLst>
        <pc:spChg chg="add">
          <ac:chgData name="MBEUTOUM NYA Michele Christine DO/DOIDF" userId="233c9d46-0c97-4eec-92a6-1ba42ff59991" providerId="ADAL" clId="{A0F6B9B1-EB31-4D6D-B7D3-10BC8788F61C}" dt="2025-08-21T14:26:02.968" v="6132"/>
          <ac:spMkLst>
            <pc:docMk/>
            <pc:sldMasterMk cId="1405474375" sldId="2147484157"/>
            <ac:spMk id="13" creationId="{CA13DC4A-2702-2157-45D6-F86D054528B9}"/>
          </ac:spMkLst>
        </pc:spChg>
      </pc:sldMasterChg>
      <pc:sldMasterChg chg="addSp">
        <pc:chgData name="MBEUTOUM NYA Michele Christine DO/DOIDF" userId="233c9d46-0c97-4eec-92a6-1ba42ff59991" providerId="ADAL" clId="{A0F6B9B1-EB31-4D6D-B7D3-10BC8788F61C}" dt="2025-08-21T14:26:03.654" v="6133"/>
        <pc:sldMasterMkLst>
          <pc:docMk/>
          <pc:sldMasterMk cId="1079888166" sldId="2147484176"/>
        </pc:sldMasterMkLst>
        <pc:spChg chg="add">
          <ac:chgData name="MBEUTOUM NYA Michele Christine DO/DOIDF" userId="233c9d46-0c97-4eec-92a6-1ba42ff59991" providerId="ADAL" clId="{A0F6B9B1-EB31-4D6D-B7D3-10BC8788F61C}" dt="2025-08-21T14:26:03.654" v="6133"/>
          <ac:spMkLst>
            <pc:docMk/>
            <pc:sldMasterMk cId="1079888166" sldId="2147484176"/>
            <ac:spMk id="7" creationId="{B8116608-5CDA-9427-84FE-8D3404BE3A89}"/>
          </ac:spMkLst>
        </pc:spChg>
      </pc:sldMasterChg>
      <pc:sldMasterChg chg="addSp">
        <pc:chgData name="MBEUTOUM NYA Michele Christine DO/DOIDF" userId="233c9d46-0c97-4eec-92a6-1ba42ff59991" providerId="ADAL" clId="{A0F6B9B1-EB31-4D6D-B7D3-10BC8788F61C}" dt="2025-08-21T14:26:07.547" v="6134"/>
        <pc:sldMasterMkLst>
          <pc:docMk/>
          <pc:sldMasterMk cId="2907935910" sldId="2147484189"/>
        </pc:sldMasterMkLst>
        <pc:spChg chg="add">
          <ac:chgData name="MBEUTOUM NYA Michele Christine DO/DOIDF" userId="233c9d46-0c97-4eec-92a6-1ba42ff59991" providerId="ADAL" clId="{A0F6B9B1-EB31-4D6D-B7D3-10BC8788F61C}" dt="2025-08-21T14:26:07.547" v="6134"/>
          <ac:spMkLst>
            <pc:docMk/>
            <pc:sldMasterMk cId="2907935910" sldId="2147484189"/>
            <ac:spMk id="8" creationId="{2768473E-3B29-DE75-1412-236116F0C177}"/>
          </ac:spMkLst>
        </pc:spChg>
      </pc:sldMasterChg>
      <pc:sldMasterChg chg="addSp">
        <pc:chgData name="MBEUTOUM NYA Michele Christine DO/DOIDF" userId="233c9d46-0c97-4eec-92a6-1ba42ff59991" providerId="ADAL" clId="{A0F6B9B1-EB31-4D6D-B7D3-10BC8788F61C}" dt="2025-08-22T11:49:10.738" v="6882"/>
        <pc:sldMasterMkLst>
          <pc:docMk/>
          <pc:sldMasterMk cId="916853958" sldId="2147484208"/>
        </pc:sldMasterMkLst>
        <pc:spChg chg="add">
          <ac:chgData name="MBEUTOUM NYA Michele Christine DO/DOIDF" userId="233c9d46-0c97-4eec-92a6-1ba42ff59991" providerId="ADAL" clId="{A0F6B9B1-EB31-4D6D-B7D3-10BC8788F61C}" dt="2025-08-22T11:49:10.738" v="6882"/>
          <ac:spMkLst>
            <pc:docMk/>
            <pc:sldMasterMk cId="916853958" sldId="2147484208"/>
            <ac:spMk id="7" creationId="{EAADDC3B-D5B5-E254-2A4B-85AB17A7FE41}"/>
          </ac:spMkLst>
        </pc:spChg>
      </pc:sldMasterChg>
      <pc:sldMasterChg chg="addSp">
        <pc:chgData name="MBEUTOUM NYA Michele Christine DO/DOIDF" userId="233c9d46-0c97-4eec-92a6-1ba42ff59991" providerId="ADAL" clId="{A0F6B9B1-EB31-4D6D-B7D3-10BC8788F61C}" dt="2025-08-22T11:49:27.863" v="6883"/>
        <pc:sldMasterMkLst>
          <pc:docMk/>
          <pc:sldMasterMk cId="149244836" sldId="2147484221"/>
        </pc:sldMasterMkLst>
        <pc:spChg chg="add">
          <ac:chgData name="MBEUTOUM NYA Michele Christine DO/DOIDF" userId="233c9d46-0c97-4eec-92a6-1ba42ff59991" providerId="ADAL" clId="{A0F6B9B1-EB31-4D6D-B7D3-10BC8788F61C}" dt="2025-08-22T11:49:27.863" v="6883"/>
          <ac:spMkLst>
            <pc:docMk/>
            <pc:sldMasterMk cId="149244836" sldId="2147484221"/>
            <ac:spMk id="8" creationId="{0CE6E7BF-A99D-062E-3C78-9B4018399632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199314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866309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474993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966575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324983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726835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249019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057765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523218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029548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007988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22402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12703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73336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3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1352554"/>
            <a:ext cx="7086600" cy="1368822"/>
          </a:xfrm>
        </p:spPr>
        <p:txBody>
          <a:bodyPr anchor="b">
            <a:normAutofit/>
          </a:bodyPr>
          <a:lstStyle>
            <a:lvl1pPr algn="l">
              <a:defRPr sz="45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2724151"/>
            <a:ext cx="7086600" cy="514350"/>
          </a:xfrm>
        </p:spPr>
        <p:txBody>
          <a:bodyPr>
            <a:normAutofit/>
          </a:bodyPr>
          <a:lstStyle>
            <a:lvl1pPr marL="0" indent="0" algn="l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1" y="3235746"/>
            <a:ext cx="2183130" cy="280982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9/5/2025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28700" y="3242884"/>
            <a:ext cx="4800600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073150"/>
            <a:ext cx="2057400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6910252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2268406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3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565150"/>
            <a:ext cx="8115299" cy="2101451"/>
          </a:xfrm>
        </p:spPr>
        <p:txBody>
          <a:bodyPr anchor="b">
            <a:normAutofit/>
          </a:bodyPr>
          <a:lstStyle>
            <a:lvl1pPr algn="r">
              <a:defRPr sz="3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350" y="2731294"/>
            <a:ext cx="7867650" cy="716756"/>
          </a:xfrm>
        </p:spPr>
        <p:txBody>
          <a:bodyPr>
            <a:normAutofit/>
          </a:bodyPr>
          <a:lstStyle>
            <a:lvl1pPr marL="0" indent="0" algn="r">
              <a:buNone/>
              <a:defRPr sz="165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60839" y="285750"/>
            <a:ext cx="2183130" cy="273844"/>
          </a:xfrm>
        </p:spPr>
        <p:txBody>
          <a:bodyPr/>
          <a:lstStyle>
            <a:lvl1pPr algn="r">
              <a:defRPr/>
            </a:lvl1pPr>
          </a:lstStyle>
          <a:p>
            <a:fld id="{B61BEF0D-F0BB-DE4B-95CE-6DB70DBA9567}" type="datetimeFigureOut">
              <a:rPr lang="en-US" smtClean="0"/>
              <a:pPr/>
              <a:t>9/5/2025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4350" y="285751"/>
            <a:ext cx="5243619" cy="27304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46839" y="285750"/>
            <a:ext cx="482811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1789470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0" y="1645920"/>
            <a:ext cx="4000500" cy="301809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645920"/>
            <a:ext cx="4000500" cy="301809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3823046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571500"/>
            <a:ext cx="6457950" cy="9715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7" y="1637852"/>
            <a:ext cx="3809993" cy="617934"/>
          </a:xfrm>
        </p:spPr>
        <p:txBody>
          <a:bodyPr anchor="b">
            <a:norm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351" y="2349500"/>
            <a:ext cx="3983831" cy="231451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637852"/>
            <a:ext cx="3829050" cy="617934"/>
          </a:xfrm>
        </p:spPr>
        <p:txBody>
          <a:bodyPr anchor="b">
            <a:norm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349500"/>
            <a:ext cx="4000500" cy="231451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8354222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0973798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3174141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143000"/>
            <a:ext cx="3086100" cy="1200150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6686" y="560070"/>
            <a:ext cx="4882964" cy="4103944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2343150"/>
            <a:ext cx="3086100" cy="232086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7120060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143000"/>
            <a:ext cx="5154930" cy="1200150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95928" y="563431"/>
            <a:ext cx="2733722" cy="410058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2343150"/>
            <a:ext cx="5154930" cy="232086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821769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33" y="3523021"/>
            <a:ext cx="8116526" cy="614516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1295" y="706080"/>
            <a:ext cx="8116380" cy="260862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4137537"/>
            <a:ext cx="8115300" cy="526477"/>
          </a:xfrm>
        </p:spPr>
        <p:txBody>
          <a:bodyPr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3672161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3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565150"/>
            <a:ext cx="8115300" cy="2101850"/>
          </a:xfrm>
        </p:spPr>
        <p:txBody>
          <a:bodyPr anchor="ctr"/>
          <a:lstStyle>
            <a:lvl1pPr algn="l"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350" y="2736850"/>
            <a:ext cx="7597887" cy="749300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0839" y="285750"/>
            <a:ext cx="2183130" cy="273844"/>
          </a:xfrm>
        </p:spPr>
        <p:txBody>
          <a:bodyPr/>
          <a:lstStyle>
            <a:lvl1pPr algn="r">
              <a:defRPr/>
            </a:lvl1pPr>
          </a:lstStyle>
          <a:p>
            <a:fld id="{B61BEF0D-F0BB-DE4B-95CE-6DB70DBA9567}" type="datetimeFigureOut">
              <a:rPr lang="en-US" smtClean="0"/>
              <a:pPr/>
              <a:t>9/5/2025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14350" y="284956"/>
            <a:ext cx="5243619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46839" y="285750"/>
            <a:ext cx="482811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8665841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3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565150"/>
            <a:ext cx="7613650" cy="1953371"/>
          </a:xfrm>
        </p:spPr>
        <p:txBody>
          <a:bodyPr anchor="ctr"/>
          <a:lstStyle>
            <a:lvl1pPr algn="l"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2524168"/>
            <a:ext cx="7194552" cy="33333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351" y="2969897"/>
            <a:ext cx="7613650" cy="509903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0839" y="285750"/>
            <a:ext cx="2183130" cy="273844"/>
          </a:xfrm>
        </p:spPr>
        <p:txBody>
          <a:bodyPr/>
          <a:lstStyle>
            <a:lvl1pPr algn="r">
              <a:defRPr/>
            </a:lvl1pPr>
          </a:lstStyle>
          <a:p>
            <a:fld id="{B61BEF0D-F0BB-DE4B-95CE-6DB70DBA9567}" type="datetimeFigureOut">
              <a:rPr lang="en-US" smtClean="0"/>
              <a:pPr/>
              <a:t>9/5/2025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14350" y="284956"/>
            <a:ext cx="5243619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46839" y="285750"/>
            <a:ext cx="482811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 dirty="0"/>
          </a:p>
        </p:txBody>
      </p:sp>
      <p:sp>
        <p:nvSpPr>
          <p:cNvPr id="9" name="TextBox 8"/>
          <p:cNvSpPr txBox="1"/>
          <p:nvPr/>
        </p:nvSpPr>
        <p:spPr>
          <a:xfrm>
            <a:off x="357188" y="700088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38173" y="2025968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327973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3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71" y="843526"/>
            <a:ext cx="7609640" cy="1883876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350" y="2736237"/>
            <a:ext cx="7608491" cy="749914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0839" y="284163"/>
            <a:ext cx="2183130" cy="273844"/>
          </a:xfrm>
        </p:spPr>
        <p:txBody>
          <a:bodyPr/>
          <a:lstStyle>
            <a:lvl1pPr algn="r">
              <a:defRPr/>
            </a:lvl1pPr>
          </a:lstStyle>
          <a:p>
            <a:fld id="{B61BEF0D-F0BB-DE4B-95CE-6DB70DBA9567}" type="datetimeFigureOut">
              <a:rPr lang="en-US" smtClean="0"/>
              <a:pPr/>
              <a:t>9/5/2025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14350" y="284163"/>
            <a:ext cx="5243619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46839" y="285750"/>
            <a:ext cx="482811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7312377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571500"/>
            <a:ext cx="6457949" cy="9779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350" y="1651560"/>
            <a:ext cx="2592324" cy="462990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349" y="2178424"/>
            <a:ext cx="2592324" cy="248559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76600" y="1650999"/>
            <a:ext cx="2592324" cy="469901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275144" y="2178050"/>
            <a:ext cx="2592324" cy="24859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038850" y="1644649"/>
            <a:ext cx="2592324" cy="469901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6038851" y="2178424"/>
            <a:ext cx="2592324" cy="248559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4677307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1" y="571500"/>
            <a:ext cx="6457949" cy="9715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6463" y="3143250"/>
            <a:ext cx="2588687" cy="512074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6463" y="1771650"/>
            <a:ext cx="2588687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6463" y="3655323"/>
            <a:ext cx="2588687" cy="1008691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80698" y="3143250"/>
            <a:ext cx="2586701" cy="512074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80697" y="1771650"/>
            <a:ext cx="2586702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80699" y="3655323"/>
            <a:ext cx="2586701" cy="1008691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037299" y="3143250"/>
            <a:ext cx="2592352" cy="512074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37391" y="1771650"/>
            <a:ext cx="2585909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6037299" y="3655321"/>
            <a:ext cx="2589334" cy="1008691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4656329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1645920"/>
            <a:ext cx="8115300" cy="301809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67552429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3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6600" y="558800"/>
            <a:ext cx="1543050" cy="2927350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558800"/>
            <a:ext cx="6153151" cy="29273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60839" y="284956"/>
            <a:ext cx="2183130" cy="273844"/>
          </a:xfrm>
        </p:spPr>
        <p:txBody>
          <a:bodyPr/>
          <a:lstStyle>
            <a:lvl1pPr algn="r">
              <a:defRPr/>
            </a:lvl1pPr>
          </a:lstStyle>
          <a:p>
            <a:fld id="{B61BEF0D-F0BB-DE4B-95CE-6DB70DBA9567}" type="datetimeFigureOut">
              <a:rPr lang="en-US" smtClean="0"/>
              <a:pPr/>
              <a:t>9/5/2025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4350" y="285750"/>
            <a:ext cx="5243619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46839" y="285750"/>
            <a:ext cx="482811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54414912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34550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573280"/>
            <a:ext cx="6457950" cy="969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0" y="1645920"/>
            <a:ext cx="8115300" cy="30180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46520" y="4767263"/>
            <a:ext cx="218313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4766884"/>
            <a:ext cx="58293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285750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CE6E7BF-A99D-062E-3C78-9B401839963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125913" y="4958080"/>
            <a:ext cx="92075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800" dirty="0">
                <a:solidFill>
                  <a:srgbClr val="ED7D31"/>
                </a:solidFill>
                <a:latin typeface="Helvetica 75 Bold" panose="020B0804020202020204" pitchFamily="34" charset="0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1492448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222" r:id="rId1"/>
    <p:sldLayoutId id="2147484223" r:id="rId2"/>
    <p:sldLayoutId id="2147484224" r:id="rId3"/>
    <p:sldLayoutId id="2147484225" r:id="rId4"/>
    <p:sldLayoutId id="2147484226" r:id="rId5"/>
    <p:sldLayoutId id="2147484227" r:id="rId6"/>
    <p:sldLayoutId id="2147484228" r:id="rId7"/>
    <p:sldLayoutId id="2147484229" r:id="rId8"/>
    <p:sldLayoutId id="2147484230" r:id="rId9"/>
    <p:sldLayoutId id="2147484231" r:id="rId10"/>
    <p:sldLayoutId id="2147484232" r:id="rId11"/>
    <p:sldLayoutId id="2147484233" r:id="rId12"/>
    <p:sldLayoutId id="2147484234" r:id="rId13"/>
    <p:sldLayoutId id="2147484235" r:id="rId14"/>
    <p:sldLayoutId id="2147484236" r:id="rId15"/>
    <p:sldLayoutId id="2147484237" r:id="rId16"/>
    <p:sldLayoutId id="2147484238" r:id="rId17"/>
    <p:sldLayoutId id="2147484239" r:id="rId18"/>
  </p:sldLayoutIdLst>
  <p:hf sldNum="0" hdr="0" ftr="0" dt="0"/>
  <p:txStyles>
    <p:titleStyle>
      <a:lvl1pPr algn="r" defTabSz="685800" rtl="0" eaLnBrk="1" latinLnBrk="0" hangingPunct="1">
        <a:lnSpc>
          <a:spcPct val="90000"/>
        </a:lnSpc>
        <a:spcBef>
          <a:spcPct val="0"/>
        </a:spcBef>
        <a:buNone/>
        <a:defRPr sz="3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4968964" y="358214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0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Michèle Mbeutoum</a:t>
            </a:r>
            <a:endParaRPr sz="2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4968964" y="3975103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0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 Analyst</a:t>
            </a:r>
            <a:endParaRPr sz="2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0" y="273296"/>
            <a:ext cx="3323064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0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      </a:t>
            </a:r>
            <a:r>
              <a:rPr lang="fr" sz="15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Jeudi, le 21 Août 2025</a:t>
            </a:r>
            <a:endParaRPr sz="15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A1F843-4DD5-17F8-41EE-2253F3D5FCF8}"/>
              </a:ext>
            </a:extLst>
          </p:cNvPr>
          <p:cNvSpPr/>
          <p:nvPr/>
        </p:nvSpPr>
        <p:spPr>
          <a:xfrm>
            <a:off x="836340" y="1862549"/>
            <a:ext cx="7173952" cy="108535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-FR" sz="3200" b="0" i="0" u="none" strike="noStrike" cap="none" dirty="0">
                <a:solidFill>
                  <a:srgbClr val="F3F3F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Analyse des ventes d’une librairie</a:t>
            </a:r>
          </a:p>
        </p:txBody>
      </p:sp>
      <p:pic>
        <p:nvPicPr>
          <p:cNvPr id="1026" name="Picture 2" descr="librairie en ligne 2173284 Art vectoriel chez Vecteezy">
            <a:extLst>
              <a:ext uri="{FF2B5EF4-FFF2-40B4-BE49-F238E27FC236}">
                <a16:creationId xmlns:a16="http://schemas.microsoft.com/office/drawing/2014/main" id="{3B98F441-BCC2-4C3C-0682-A61EE3092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2975" y="-22948"/>
            <a:ext cx="1651026" cy="165102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>
            <a:spLocks noGrp="1"/>
          </p:cNvSpPr>
          <p:nvPr>
            <p:ph type="body" idx="1"/>
          </p:nvPr>
        </p:nvSpPr>
        <p:spPr>
          <a:xfrm>
            <a:off x="895525" y="1674500"/>
            <a:ext cx="7992166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Au départ, nous avions 3 fichiers :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-FR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Wingdings" panose="05000000000000000000" pitchFamily="2" charset="2"/>
              <a:buChar char="v"/>
            </a:pPr>
            <a:r>
              <a:rPr lang="fr-FR" sz="16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customers</a:t>
            </a: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contenant les identifiants, le sexe et l’année de naissance des clients;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-FR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Wingdings" panose="05000000000000000000" pitchFamily="2" charset="2"/>
              <a:buChar char="v"/>
            </a:pPr>
            <a:r>
              <a:rPr lang="fr-FR" sz="16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Products</a:t>
            </a: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qui contient les identifiants, le prix et les catégories des différents produits;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-FR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Wingdings" panose="05000000000000000000" pitchFamily="2" charset="2"/>
              <a:buChar char="v"/>
            </a:pPr>
            <a:r>
              <a:rPr lang="fr-FR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Transactions</a:t>
            </a: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qui permet de lier les références entre les produits et les clients en y ajoutant une date de transaction.</a:t>
            </a:r>
          </a:p>
        </p:txBody>
      </p:sp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0" y="357925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Datasets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>
            <a:spLocks noGrp="1"/>
          </p:cNvSpPr>
          <p:nvPr>
            <p:ph type="body" idx="1"/>
          </p:nvPr>
        </p:nvSpPr>
        <p:spPr>
          <a:xfrm>
            <a:off x="895525" y="1674500"/>
            <a:ext cx="7992166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-FR" sz="16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Fichier </a:t>
            </a:r>
            <a:r>
              <a:rPr lang="fr-FR" sz="1600" b="1" u="sng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customers</a:t>
            </a:r>
            <a:r>
              <a:rPr lang="fr-FR" sz="16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fr-FR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:</a:t>
            </a:r>
            <a:br>
              <a:rPr lang="fr-FR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</a:b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Dans ce fichier, nous 4491 clients de sexe féminin et 4132 clients de sexe masculin parmi lesquels les plus jeunes clients (441 au total) sont âgés de 21 ans.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b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</a:br>
            <a:r>
              <a:rPr lang="fr-FR" sz="16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Fichier </a:t>
            </a:r>
            <a:r>
              <a:rPr lang="fr-FR" sz="1600" b="1" u="sng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Products</a:t>
            </a:r>
            <a:r>
              <a:rPr lang="fr-FR" sz="16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</a:t>
            </a:r>
            <a:r>
              <a:rPr lang="fr-FR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:</a:t>
            </a:r>
            <a:b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</a:b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Nous avons trois catégories de produits : la catégorie 0 qui comporte 2309 produits, la catégorie 1 contient 740 produits et enfin la catégorie 2 qui en a 240.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-FR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-FR" sz="16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Fichier transactions </a:t>
            </a:r>
            <a:r>
              <a:rPr lang="fr-FR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:</a:t>
            </a:r>
            <a:b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</a:b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Dans ce fichier ,nous avons 687535 transactions au cours de l’année 2021.</a:t>
            </a:r>
            <a:endParaRPr lang="fr-FR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0" y="357925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Tendance des datasets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6739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>
            <a:spLocks noGrp="1"/>
          </p:cNvSpPr>
          <p:nvPr>
            <p:ph type="body" idx="1"/>
          </p:nvPr>
        </p:nvSpPr>
        <p:spPr>
          <a:xfrm>
            <a:off x="216651" y="1507851"/>
            <a:ext cx="8362354" cy="1294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-FR" sz="2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C’est une moyenne arithmétique calculée sur une fenêtre glissante , elle permet de lisser les données pour voir les tendances générales et de réduire les fluctuations aléatoires.</a:t>
            </a:r>
            <a:b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</a:br>
            <a:b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</a:br>
            <a:endParaRPr lang="fr-FR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216651" y="357925"/>
            <a:ext cx="8477076" cy="792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0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La moyenne mobile</a:t>
            </a:r>
            <a:br>
              <a:rPr lang="fr" sz="20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</a:br>
            <a:r>
              <a:rPr lang="fr" sz="20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Qu’est ce que c’est ?</a:t>
            </a:r>
            <a:endParaRPr sz="20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FF4F0F7-5727-64A7-6041-E79483278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75938"/>
            <a:ext cx="3412273" cy="2673377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BC40F3CA-44DD-E47E-E058-BDD239C5D05D}"/>
              </a:ext>
            </a:extLst>
          </p:cNvPr>
          <p:cNvSpPr txBox="1"/>
          <p:nvPr/>
        </p:nvSpPr>
        <p:spPr>
          <a:xfrm>
            <a:off x="3940098" y="2691160"/>
            <a:ext cx="520390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Elle peut se faire par jour, par semaine et même par mois.  </a:t>
            </a:r>
            <a:b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</a:br>
            <a:b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</a:b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- La courbe orange montre la tendance à long terme du chiffre d’affaires </a:t>
            </a:r>
            <a:b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</a:b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- La courbe bleue montre des pics et des creux (promotions, anomalies )</a:t>
            </a:r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1558566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>
            <a:spLocks noGrp="1"/>
          </p:cNvSpPr>
          <p:nvPr>
            <p:ph type="body" idx="1"/>
          </p:nvPr>
        </p:nvSpPr>
        <p:spPr>
          <a:xfrm>
            <a:off x="3207327" y="1472439"/>
            <a:ext cx="4791766" cy="3044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- La catégorie 1 réalise le CA le plus élevé , avec environ 4,83 millions, ce qui indique qu’elle est probablement plus performante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-FR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- La catégorie 2 a le CA le plus faible, avec environ 2,78 millions, elle est sûrement la moins demandée sur le marché.</a:t>
            </a:r>
          </a:p>
        </p:txBody>
      </p:sp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694634" y="357925"/>
            <a:ext cx="84493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Chiffres d’affaires par catégorie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7FB0C41-2357-9F34-8D13-1E976C88D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660139"/>
            <a:ext cx="3093476" cy="2373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906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>
            <a:spLocks noGrp="1"/>
          </p:cNvSpPr>
          <p:nvPr>
            <p:ph type="body" idx="1"/>
          </p:nvPr>
        </p:nvSpPr>
        <p:spPr>
          <a:xfrm>
            <a:off x="2673927" y="1482436"/>
            <a:ext cx="5652653" cy="3456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On observe une pointe importante en octobre 2021 avec plus de 6100 clients, ce qui indique une période de forte affluence.</a:t>
            </a:r>
            <a:b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</a:b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Cette période est aussi très marquée avec plus de 32000 transactions.</a:t>
            </a:r>
            <a:b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</a:br>
            <a:endParaRPr lang="fr-FR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En janvier 2023, le nombre de transaction chute à nouveau, en dessous de 26000 ce qui pourrait indiquer une baisse de l’activité commerciale.</a:t>
            </a:r>
          </a:p>
        </p:txBody>
      </p:sp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694634" y="357925"/>
            <a:ext cx="84493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Nombre de clients et de transactions par mois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272BE3A-3B2F-F1C7-7FDE-0289D3C2D4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90200"/>
            <a:ext cx="2556261" cy="1787509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85C787EC-8A3D-22A1-CEB8-1840259866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177710"/>
            <a:ext cx="2556261" cy="1787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81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>
            <a:spLocks noGrp="1"/>
          </p:cNvSpPr>
          <p:nvPr>
            <p:ph type="body" idx="1"/>
          </p:nvPr>
        </p:nvSpPr>
        <p:spPr>
          <a:xfrm>
            <a:off x="3678383" y="1516891"/>
            <a:ext cx="5354782" cy="3289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Wingdings" panose="05000000000000000000" pitchFamily="2" charset="2"/>
              <a:buChar char="Ø"/>
            </a:pP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Le produit avec </a:t>
            </a:r>
            <a:r>
              <a:rPr lang="fr-FR" sz="16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l’id</a:t>
            </a: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1_369 est le plus acheté, avec 2340 achats. Les autres produits suivent, avec des totaux d’achats allant de 2269 à 2001;</a:t>
            </a:r>
          </a:p>
          <a:p>
            <a: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Wingdings" panose="05000000000000000000" pitchFamily="2" charset="2"/>
              <a:buChar char="Ø"/>
            </a:pPr>
            <a:endParaRPr lang="fr-FR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Wingdings" panose="05000000000000000000" pitchFamily="2" charset="2"/>
              <a:buChar char="Ø"/>
            </a:pP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La majorité de ces produits appartiennent à la catégorie 1 et les prix varient entre 15,99€ et 23,99€.</a:t>
            </a:r>
          </a:p>
          <a:p>
            <a: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Tx/>
              <a:buChar char="-"/>
            </a:pPr>
            <a:endParaRPr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>
              <a:buClr>
                <a:srgbClr val="000000"/>
              </a:buClr>
              <a:buSzPts val="2500"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Les TOPs (</a:t>
            </a:r>
            <a:r>
              <a:rPr lang="fr-FR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Les 10 produits les plus achetés)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E4862AE-A12A-0630-60F9-724A9743BA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367" y="1890564"/>
            <a:ext cx="3381847" cy="21243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>
            <a:spLocks noGrp="1"/>
          </p:cNvSpPr>
          <p:nvPr>
            <p:ph type="body" idx="1"/>
          </p:nvPr>
        </p:nvSpPr>
        <p:spPr>
          <a:xfrm>
            <a:off x="3678383" y="1516891"/>
            <a:ext cx="5354782" cy="3289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Wingdings" panose="05000000000000000000" pitchFamily="2" charset="2"/>
              <a:buChar char="Ø"/>
            </a:pP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Le produit avec </a:t>
            </a:r>
            <a:r>
              <a:rPr lang="fr-FR" sz="16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l’id</a:t>
            </a: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2_2 est le plus cher.</a:t>
            </a:r>
          </a:p>
          <a:p>
            <a: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Wingdings" panose="05000000000000000000" pitchFamily="2" charset="2"/>
              <a:buChar char="Ø"/>
            </a:pPr>
            <a:endParaRPr lang="fr-FR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Wingdings" panose="05000000000000000000" pitchFamily="2" charset="2"/>
              <a:buChar char="Ø"/>
            </a:pP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La majorité de ces produits appartiennent à la catégorie 2 et les prix varient entre 222,97€ et 254,44€.</a:t>
            </a:r>
          </a:p>
          <a:p>
            <a: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Tx/>
              <a:buChar char="-"/>
            </a:pPr>
            <a:endParaRPr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>
              <a:buClr>
                <a:srgbClr val="000000"/>
              </a:buClr>
              <a:buSzPts val="2500"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Les TOPs (</a:t>
            </a:r>
            <a:r>
              <a:rPr lang="fr-FR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Les 10 produits les plus chers)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0E36771-B654-BA6D-6B01-45F4C9DB0D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71" y="1727450"/>
            <a:ext cx="2445329" cy="2130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029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>
            <a:spLocks noGrp="1"/>
          </p:cNvSpPr>
          <p:nvPr>
            <p:ph type="body" idx="1"/>
          </p:nvPr>
        </p:nvSpPr>
        <p:spPr>
          <a:xfrm>
            <a:off x="2541769" y="1390200"/>
            <a:ext cx="5354782" cy="3289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Wingdings" panose="05000000000000000000" pitchFamily="2" charset="2"/>
              <a:buChar char="Ø"/>
            </a:pPr>
            <a:endParaRPr lang="fr-FR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Wingdings" panose="05000000000000000000" pitchFamily="2" charset="2"/>
              <a:buChar char="Ø"/>
            </a:pP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Les 4 premiers clients ont réalisé des achats très importants, il s’agit ici de nos clients </a:t>
            </a:r>
            <a:r>
              <a:rPr lang="fr-FR" sz="16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BtoB</a:t>
            </a: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qui contribuent de manière très significative au chiffre d’affaires total.</a:t>
            </a:r>
          </a:p>
          <a:p>
            <a: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Wingdings" panose="05000000000000000000" pitchFamily="2" charset="2"/>
              <a:buChar char="Ø"/>
            </a:pP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Par contre, les autres clients ont des montants d’</a:t>
            </a:r>
            <a:r>
              <a:rPr lang="fr-FR" sz="16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acaht</a:t>
            </a: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 plus homogène et moins </a:t>
            </a:r>
            <a:r>
              <a:rPr lang="fr-FR" sz="16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élévé</a:t>
            </a: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, ce qui peut indiquer des habitudes d’achats plus régulières.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>
              <a:buClr>
                <a:srgbClr val="000000"/>
              </a:buClr>
              <a:buSzPts val="2500"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Les TOPs (</a:t>
            </a:r>
            <a:r>
              <a:rPr lang="fr-FR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Les clients les plus dépensiers)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913D382-4B94-B98F-FF6A-B32F48B5D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69" y="1667035"/>
            <a:ext cx="2333951" cy="208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871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>
            <a:spLocks noGrp="1"/>
          </p:cNvSpPr>
          <p:nvPr>
            <p:ph type="body" idx="1"/>
          </p:nvPr>
        </p:nvSpPr>
        <p:spPr>
          <a:xfrm>
            <a:off x="3560417" y="1446615"/>
            <a:ext cx="5354782" cy="3289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Wingdings" panose="05000000000000000000" pitchFamily="2" charset="2"/>
              <a:buChar char="Ø"/>
            </a:pPr>
            <a:endParaRPr lang="fr-FR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Wingdings" panose="05000000000000000000" pitchFamily="2" charset="2"/>
              <a:buChar char="Ø"/>
            </a:pP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La majorité de ces produits ont été achetés une seule fois, ce qui indique une faible demande;</a:t>
            </a:r>
          </a:p>
          <a:p>
            <a: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Wingdings" panose="05000000000000000000" pitchFamily="2" charset="2"/>
              <a:buChar char="Ø"/>
            </a:pPr>
            <a:endParaRPr lang="fr-FR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Wingdings" panose="05000000000000000000" pitchFamily="2" charset="2"/>
              <a:buChar char="Ø"/>
            </a:pP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Certains produits peu achetés ont des prix très variés, allant de 1,38€ à 149,74€. Ils appartiennent en grande majorité à la catégorie 0, avec trois produits dans la catégorie 2.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0" y="-71500"/>
            <a:ext cx="9144000" cy="13902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895525" y="337250"/>
            <a:ext cx="794367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>
              <a:buClr>
                <a:srgbClr val="000000"/>
              </a:buClr>
              <a:buSzPts val="2500"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Les </a:t>
            </a: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FLOP</a:t>
            </a: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s (</a:t>
            </a:r>
            <a:r>
              <a:rPr lang="fr-FR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Les </a:t>
            </a:r>
            <a:r>
              <a:rPr lang="fr-F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produits les moins achetés</a:t>
            </a:r>
            <a:r>
              <a:rPr lang="fr-FR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)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E03C577-80B3-89D1-BA8D-1F7D9F210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55" y="1817822"/>
            <a:ext cx="3324689" cy="2200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64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>
            <a:spLocks noGrp="1"/>
          </p:cNvSpPr>
          <p:nvPr>
            <p:ph type="body" idx="1"/>
          </p:nvPr>
        </p:nvSpPr>
        <p:spPr>
          <a:xfrm>
            <a:off x="2833053" y="1318700"/>
            <a:ext cx="5354782" cy="3289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Wingdings" panose="05000000000000000000" pitchFamily="2" charset="2"/>
              <a:buChar char="Ø"/>
            </a:pPr>
            <a:endParaRPr lang="fr-FR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Wingdings" panose="05000000000000000000" pitchFamily="2" charset="2"/>
              <a:buChar char="Ø"/>
            </a:pP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Ces clients ont dépensé entre 6,31€ et 17,89€, ce qui peut signifier que sont des clients nouveaux ou occasionnels ou alors qu’ils achètent principalement des produits à faible prix.</a:t>
            </a:r>
          </a:p>
          <a:p>
            <a: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Wingdings" panose="05000000000000000000" pitchFamily="2" charset="2"/>
              <a:buChar char="Ø"/>
            </a:pPr>
            <a:endParaRPr lang="fr-FR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  <a:p>
            <a: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Wingdings" panose="05000000000000000000" pitchFamily="2" charset="2"/>
              <a:buChar char="Ø"/>
            </a:pPr>
            <a:r>
              <a:rPr lang="fr-F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Leur faible dépense pourrait aussi indiquer un risque de désengagement si aucune action n’est menée pour les inciter à acheter davantage.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0" y="-71500"/>
            <a:ext cx="9144000" cy="13902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895525" y="337250"/>
            <a:ext cx="794367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>
              <a:buClr>
                <a:srgbClr val="000000"/>
              </a:buClr>
              <a:buSzPts val="2500"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Les </a:t>
            </a: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FLOP</a:t>
            </a: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s (</a:t>
            </a:r>
            <a:r>
              <a:rPr lang="fr-FR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Les </a:t>
            </a:r>
            <a:r>
              <a:rPr lang="fr-F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clients les moins dépensiers</a:t>
            </a:r>
            <a:r>
              <a:rPr lang="fr-FR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)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A924999-5BAC-500A-18C2-24CC2ABAC4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104" y="1753665"/>
            <a:ext cx="2476846" cy="212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522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81;p6">
            <a:extLst>
              <a:ext uri="{FF2B5EF4-FFF2-40B4-BE49-F238E27FC236}">
                <a16:creationId xmlns:a16="http://schemas.microsoft.com/office/drawing/2014/main" id="{6B2857D8-81B6-9EA3-CA77-C981688806AA}"/>
              </a:ext>
            </a:extLst>
          </p:cNvPr>
          <p:cNvSpPr txBox="1"/>
          <p:nvPr/>
        </p:nvSpPr>
        <p:spPr>
          <a:xfrm>
            <a:off x="895525" y="337250"/>
            <a:ext cx="797138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La courbe de Lorenz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76C826A-7F70-425F-3D34-89ECE6D388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25950"/>
            <a:ext cx="3259527" cy="2565412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B64CD088-ADFE-B77B-5B5A-07C0F20894E4}"/>
              </a:ext>
            </a:extLst>
          </p:cNvPr>
          <p:cNvSpPr txBox="1"/>
          <p:nvPr/>
        </p:nvSpPr>
        <p:spPr>
          <a:xfrm>
            <a:off x="200891" y="1496291"/>
            <a:ext cx="71350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C’est une représentation graphique d’une variable au sein d’une population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295F3DC-79FB-F184-1154-56BAF2C391B1}"/>
              </a:ext>
            </a:extLst>
          </p:cNvPr>
          <p:cNvSpPr txBox="1"/>
          <p:nvPr/>
        </p:nvSpPr>
        <p:spPr>
          <a:xfrm>
            <a:off x="3657601" y="1725129"/>
            <a:ext cx="3803072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courbe de Lorenz est fortement courbée vers le coin inférieur gauche, ce qui signifie que </a:t>
            </a: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petite proportion de clients génère une grande partie du chiffre d'affaires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Plus la courbe s’éloigne de la ligne d’égalité, plus la distribution est inégale.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 exemple, environ 20% des clients peuvent représenter près de 50% du chiffre d'affaires, ce qui montre une forte concentration de la valeur chez une minorité de clients.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/>
          <p:cNvSpPr txBox="1">
            <a:spLocks noGrp="1"/>
          </p:cNvSpPr>
          <p:nvPr>
            <p:ph type="body" idx="1"/>
          </p:nvPr>
        </p:nvSpPr>
        <p:spPr>
          <a:xfrm>
            <a:off x="900616" y="1459403"/>
            <a:ext cx="6359306" cy="372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-FR" sz="1800" u="sng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Lien entre le genre d’un client et les catégories de livres achetés</a:t>
            </a:r>
            <a:endParaRPr sz="1800" u="sng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</p:txBody>
      </p:sp>
      <p:sp>
        <p:nvSpPr>
          <p:cNvPr id="2" name="Google Shape;81;p6">
            <a:extLst>
              <a:ext uri="{FF2B5EF4-FFF2-40B4-BE49-F238E27FC236}">
                <a16:creationId xmlns:a16="http://schemas.microsoft.com/office/drawing/2014/main" id="{13A1E5C3-748A-371F-0FED-854F1D5A0876}"/>
              </a:ext>
            </a:extLst>
          </p:cNvPr>
          <p:cNvSpPr txBox="1"/>
          <p:nvPr/>
        </p:nvSpPr>
        <p:spPr>
          <a:xfrm>
            <a:off x="819324" y="35144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-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Les</a:t>
            </a: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 corrélations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A5D1B03-3E5E-BCBC-6A36-009022D433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833" y="2246530"/>
            <a:ext cx="2534083" cy="873973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13516ADE-27E7-742B-5F30-59260360D1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833" y="3465763"/>
            <a:ext cx="3565276" cy="381053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0FB00BC4-0BE9-7702-F1C2-523D2E432F26}"/>
              </a:ext>
            </a:extLst>
          </p:cNvPr>
          <p:cNvSpPr txBox="1"/>
          <p:nvPr/>
        </p:nvSpPr>
        <p:spPr>
          <a:xfrm>
            <a:off x="4087126" y="2064327"/>
            <a:ext cx="421867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Ici, le test utilisé est celui du chi2 car il permet d’évaluer la relation d’indépendance entre deux variables qualitatives.</a:t>
            </a:r>
          </a:p>
          <a:p>
            <a:endParaRPr lang="fr-FR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P-value &lt; 0,05 donc on rejette l’hypothèse d’indépendance</a:t>
            </a:r>
          </a:p>
          <a:p>
            <a:endParaRPr lang="fr-FR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Il existe donc bien une relation statistiquement significative entre le genre du client et la catégorie des livres qu’il achète</a:t>
            </a:r>
          </a:p>
        </p:txBody>
      </p:sp>
    </p:spTree>
    <p:extLst>
      <p:ext uri="{BB962C8B-B14F-4D97-AF65-F5344CB8AC3E}">
        <p14:creationId xmlns:p14="http://schemas.microsoft.com/office/powerpoint/2010/main" val="11569465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/>
          <p:cNvSpPr txBox="1">
            <a:spLocks noGrp="1"/>
          </p:cNvSpPr>
          <p:nvPr>
            <p:ph type="body" idx="1"/>
          </p:nvPr>
        </p:nvSpPr>
        <p:spPr>
          <a:xfrm>
            <a:off x="900616" y="1459403"/>
            <a:ext cx="6359306" cy="372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-FR" sz="1800" u="sng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Lien entre l’âge des clients et le montant total des achats</a:t>
            </a:r>
            <a:endParaRPr sz="1800" u="sng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</p:txBody>
      </p:sp>
      <p:sp>
        <p:nvSpPr>
          <p:cNvPr id="2" name="Google Shape;81;p6">
            <a:extLst>
              <a:ext uri="{FF2B5EF4-FFF2-40B4-BE49-F238E27FC236}">
                <a16:creationId xmlns:a16="http://schemas.microsoft.com/office/drawing/2014/main" id="{13A1E5C3-748A-371F-0FED-854F1D5A0876}"/>
              </a:ext>
            </a:extLst>
          </p:cNvPr>
          <p:cNvSpPr txBox="1"/>
          <p:nvPr/>
        </p:nvSpPr>
        <p:spPr>
          <a:xfrm>
            <a:off x="819324" y="35144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-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Les</a:t>
            </a: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 corrélations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FB00BC4-0BE9-7702-F1C2-523D2E432F26}"/>
              </a:ext>
            </a:extLst>
          </p:cNvPr>
          <p:cNvSpPr txBox="1"/>
          <p:nvPr/>
        </p:nvSpPr>
        <p:spPr>
          <a:xfrm>
            <a:off x="4087126" y="2064327"/>
            <a:ext cx="421867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Ici, nous avons utilisé deux tests (test de Pearson et de Spearman) car deux variables quantitatives continues;</a:t>
            </a:r>
          </a:p>
          <a:p>
            <a:endParaRPr lang="fr-FR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relation n’est pas linéaire, mais plutôt monotone négative donc on reste avec test de Spearman</a:t>
            </a:r>
            <a:b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Plus l’âge augmente, plus le montant diminue de manière régulière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A10E801E-3672-835C-EF2F-086A459548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41363"/>
            <a:ext cx="2916608" cy="2080425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77B070A8-50F5-101D-DDF5-647DFF1E9B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569" y="4292792"/>
            <a:ext cx="3680049" cy="32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525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/>
          <p:cNvSpPr txBox="1">
            <a:spLocks noGrp="1"/>
          </p:cNvSpPr>
          <p:nvPr>
            <p:ph type="body" idx="1"/>
          </p:nvPr>
        </p:nvSpPr>
        <p:spPr>
          <a:xfrm>
            <a:off x="900616" y="1459403"/>
            <a:ext cx="6359306" cy="372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-FR" sz="1800" u="sng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Lien entre l’âge des clients et la fréquence d’achat</a:t>
            </a:r>
            <a:endParaRPr sz="1800" u="sng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</p:txBody>
      </p:sp>
      <p:sp>
        <p:nvSpPr>
          <p:cNvPr id="2" name="Google Shape;81;p6">
            <a:extLst>
              <a:ext uri="{FF2B5EF4-FFF2-40B4-BE49-F238E27FC236}">
                <a16:creationId xmlns:a16="http://schemas.microsoft.com/office/drawing/2014/main" id="{13A1E5C3-748A-371F-0FED-854F1D5A0876}"/>
              </a:ext>
            </a:extLst>
          </p:cNvPr>
          <p:cNvSpPr txBox="1"/>
          <p:nvPr/>
        </p:nvSpPr>
        <p:spPr>
          <a:xfrm>
            <a:off x="819324" y="35144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-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Les</a:t>
            </a: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 corrélations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FB00BC4-0BE9-7702-F1C2-523D2E432F26}"/>
              </a:ext>
            </a:extLst>
          </p:cNvPr>
          <p:cNvSpPr txBox="1"/>
          <p:nvPr/>
        </p:nvSpPr>
        <p:spPr>
          <a:xfrm>
            <a:off x="4369623" y="2317144"/>
            <a:ext cx="421867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Ici, nous avons utilisé le test de Spearman car il n’y a pas de relation linéaire ou monotone entre ces 2 variables;</a:t>
            </a:r>
          </a:p>
          <a:p>
            <a:endParaRPr lang="fr-FR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valeur est proche de zéro, ce qui suggère qu'il n'y a pas de relation linéaire significative.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01C83FB-1334-53C0-4A6D-72D8FD33F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02" y="1977359"/>
            <a:ext cx="3367669" cy="269649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D4C19151-074B-4B34-852E-E24A791283EB}"/>
              </a:ext>
            </a:extLst>
          </p:cNvPr>
          <p:cNvSpPr txBox="1"/>
          <p:nvPr/>
        </p:nvSpPr>
        <p:spPr>
          <a:xfrm>
            <a:off x="3456878" y="4133027"/>
            <a:ext cx="56871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0" i="0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Corrélation (âge ↔ fréquence d'achat): -0.060642929891573126</a:t>
            </a:r>
            <a:endParaRPr lang="fr-FR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00803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/>
          <p:cNvSpPr txBox="1">
            <a:spLocks noGrp="1"/>
          </p:cNvSpPr>
          <p:nvPr>
            <p:ph type="body" idx="1"/>
          </p:nvPr>
        </p:nvSpPr>
        <p:spPr>
          <a:xfrm>
            <a:off x="900616" y="1459403"/>
            <a:ext cx="6359306" cy="372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-FR" sz="1800" u="sng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Lien entre l’âge des clients et la taille du panier moyen</a:t>
            </a:r>
            <a:endParaRPr sz="1800" u="sng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</p:txBody>
      </p:sp>
      <p:sp>
        <p:nvSpPr>
          <p:cNvPr id="2" name="Google Shape;81;p6">
            <a:extLst>
              <a:ext uri="{FF2B5EF4-FFF2-40B4-BE49-F238E27FC236}">
                <a16:creationId xmlns:a16="http://schemas.microsoft.com/office/drawing/2014/main" id="{13A1E5C3-748A-371F-0FED-854F1D5A0876}"/>
              </a:ext>
            </a:extLst>
          </p:cNvPr>
          <p:cNvSpPr txBox="1"/>
          <p:nvPr/>
        </p:nvSpPr>
        <p:spPr>
          <a:xfrm>
            <a:off x="819324" y="35144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-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Les</a:t>
            </a: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 corrélations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FB00BC4-0BE9-7702-F1C2-523D2E432F26}"/>
              </a:ext>
            </a:extLst>
          </p:cNvPr>
          <p:cNvSpPr txBox="1"/>
          <p:nvPr/>
        </p:nvSpPr>
        <p:spPr>
          <a:xfrm>
            <a:off x="4087126" y="2064327"/>
            <a:ext cx="421867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Ici, nous avons utilisé le test de Spearman car il n’y a pas de relation linéaire ou monotone entre ces 2 variables;</a:t>
            </a:r>
          </a:p>
          <a:p>
            <a:endParaRPr lang="fr-FR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 coefficient de corrélation est d’environ -0,75 ce qui indique une relation forte et négative entre les deux variables.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3AD03EA-F111-CC1D-9349-F52E1B1B41E0}"/>
              </a:ext>
            </a:extLst>
          </p:cNvPr>
          <p:cNvSpPr txBox="1"/>
          <p:nvPr/>
        </p:nvSpPr>
        <p:spPr>
          <a:xfrm>
            <a:off x="220040" y="4372651"/>
            <a:ext cx="410787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9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Corrélation (âge ↔ panier moyen): -0.7473604343457291</a:t>
            </a:r>
            <a:endParaRPr lang="fr-FR" sz="9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DE196EB-35BC-84D8-8592-FC5323F125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50671"/>
            <a:ext cx="2917347" cy="220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2768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/>
          <p:cNvSpPr txBox="1">
            <a:spLocks noGrp="1"/>
          </p:cNvSpPr>
          <p:nvPr>
            <p:ph type="body" idx="1"/>
          </p:nvPr>
        </p:nvSpPr>
        <p:spPr>
          <a:xfrm>
            <a:off x="900616" y="1459403"/>
            <a:ext cx="6359306" cy="372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-FR" sz="1800" u="sng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"/>
              </a:rPr>
              <a:t>Lien entre l’âge des clients et la catégorie des livres achetés</a:t>
            </a:r>
            <a:endParaRPr sz="1800" u="sng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"/>
            </a:endParaRPr>
          </a:p>
        </p:txBody>
      </p:sp>
      <p:sp>
        <p:nvSpPr>
          <p:cNvPr id="2" name="Google Shape;81;p6">
            <a:extLst>
              <a:ext uri="{FF2B5EF4-FFF2-40B4-BE49-F238E27FC236}">
                <a16:creationId xmlns:a16="http://schemas.microsoft.com/office/drawing/2014/main" id="{13A1E5C3-748A-371F-0FED-854F1D5A0876}"/>
              </a:ext>
            </a:extLst>
          </p:cNvPr>
          <p:cNvSpPr txBox="1"/>
          <p:nvPr/>
        </p:nvSpPr>
        <p:spPr>
          <a:xfrm>
            <a:off x="819324" y="35144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-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Les</a:t>
            </a: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 corrélations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06F8834-FC33-4395-700B-6C9E8EA65C5B}"/>
              </a:ext>
            </a:extLst>
          </p:cNvPr>
          <p:cNvSpPr txBox="1"/>
          <p:nvPr/>
        </p:nvSpPr>
        <p:spPr>
          <a:xfrm>
            <a:off x="4087126" y="2064327"/>
            <a:ext cx="421867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Ici, nous avons utilisé un test non paramétrique : Test de </a:t>
            </a:r>
            <a:r>
              <a:rPr lang="fr-FR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Kruskal</a:t>
            </a: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-Wallis car une variable catégorielle et une variable quantitative discrète</a:t>
            </a:r>
          </a:p>
          <a:p>
            <a:endParaRPr lang="fr-FR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P-value=0,0 indique une différence statistiquement très significative entre les groupes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224F207-CF32-876A-F22D-DA750591C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31364"/>
            <a:ext cx="3063984" cy="2325607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23709750-5EFB-4157-C9FB-AC8BCF29BE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405" y="4563994"/>
            <a:ext cx="3619814" cy="312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2268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4B0F3E8-B265-1D93-3E8A-63AEB5B731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774" y="1277165"/>
            <a:ext cx="6497808" cy="2103344"/>
          </a:xfrm>
        </p:spPr>
        <p:txBody>
          <a:bodyPr>
            <a:normAutofit/>
          </a:bodyPr>
          <a:lstStyle/>
          <a:p>
            <a:pPr marL="114300" indent="0" algn="ctr">
              <a:buNone/>
            </a:pPr>
            <a:r>
              <a:rPr lang="fr-FR" sz="9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Merci</a:t>
            </a:r>
          </a:p>
        </p:txBody>
      </p:sp>
    </p:spTree>
    <p:extLst>
      <p:ext uri="{BB962C8B-B14F-4D97-AF65-F5344CB8AC3E}">
        <p14:creationId xmlns:p14="http://schemas.microsoft.com/office/powerpoint/2010/main" val="1257127072"/>
      </p:ext>
    </p:extLst>
  </p:cSld>
  <p:clrMapOvr>
    <a:masterClrMapping/>
  </p:clrMapOvr>
</p:sld>
</file>

<file path=ppt/theme/theme1.xml><?xml version="1.0" encoding="utf-8"?>
<a:theme xmlns:a="http://schemas.openxmlformats.org/drawingml/2006/main" name="Traînée de condensation">
  <a:themeElements>
    <a:clrScheme name="Traînée de condensation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Traînée de condensation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raînée de condensation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e6c818a6-e1a0-4a6e-a969-20d857c5dc62}" enabled="1" method="Standard" siteId="{90c7a20a-f34b-40bf-bc48-b9253b6f5d2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Traînée de condensation</Template>
  <TotalTime>1634</TotalTime>
  <Words>1067</Words>
  <Application>Microsoft Office PowerPoint</Application>
  <PresentationFormat>Affichage à l'écran (16:9)</PresentationFormat>
  <Paragraphs>87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6" baseType="lpstr">
      <vt:lpstr>Helvetica 75 Bold</vt:lpstr>
      <vt:lpstr>Wingdings</vt:lpstr>
      <vt:lpstr>Montserrat</vt:lpstr>
      <vt:lpstr>Arial</vt:lpstr>
      <vt:lpstr>Consolas</vt:lpstr>
      <vt:lpstr>Calibri</vt:lpstr>
      <vt:lpstr>Century Gothic</vt:lpstr>
      <vt:lpstr>Traînée de condensation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MBEUTOUM NYA Michele Christine DO/DOIDF</dc:creator>
  <cp:lastModifiedBy>MBEUTOUM NYA Michele Christine DO/DOIDF</cp:lastModifiedBy>
  <cp:revision>1</cp:revision>
  <dcterms:modified xsi:type="dcterms:W3CDTF">2025-09-05T15:24:13Z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Simple Light:3</vt:lpwstr>
  </property>
  <property fmtid="{D5CDD505-2E9C-101B-9397-08002B2CF9AE}" pid="3" name="ClassificationContentMarkingFooterText">
    <vt:lpwstr>Orange Restricted</vt:lpwstr>
  </property>
</Properties>
</file>